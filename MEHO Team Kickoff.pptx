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500" r:id="rId5"/>
    <p:sldId id="501" r:id="rId29"/>
    <p:sldId id="502" r:id="rId33"/>
    <p:sldId id="503" r:id="rId30"/>
    <p:sldId id="504" r:id="rId37"/>
    <p:sldId id="505" r:id="rId42"/>
    <p:sldId id="506" r:id="rId47"/>
    <p:sldId id="507" r:id="rId34"/>
    <p:sldId id="508" r:id="rId31"/>
    <p:sldId id="509" r:id="rId43"/>
    <p:sldId id="510" r:id="rId45"/>
    <p:sldId id="511" r:id="rId14"/>
    <p:sldId id="512" r:id="rId38"/>
    <p:sldId id="513" r:id="rId48"/>
    <p:sldId id="514" r:id="rId35"/>
    <p:sldId id="515" r:id="rId39"/>
    <p:sldId id="516" r:id="rId46"/>
    <p:sldId id="517" r:id="rId40"/>
    <p:sldId id="518" r:id="rId44"/>
    <p:sldId id="519" r:id="rId41"/>
    <p:sldId id="520" r:id="rId36"/>
    <p:sldId id="521" r:id="rId49"/>
    <p:sldId id="522" r:id="rId32"/>
    <p:sldId id="523" r:id="rId6"/>
    <p:sldId id="524" r:id="rId19"/>
  </p:sldIdLst>
  <p:sldSz cx="12192000" cy="6858000"/>
  <p:notesSz cx="6858000" cy="9144000"/>
  <p:defaultTextStyle>
    <a:defPPr>
      <a:defRPr lang="en-US"/>
    </a:defPPr>
    <a:lvl1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10000"/>
      </a:lnSpc>
      <a:spcBef>
        <a:spcPts val="1200"/>
      </a:spcBef>
      <a:spcAft>
        <a:spcPts val="300"/>
      </a:spcAft>
      <a:buFont typeface="Arial" panose="020B0604020202020204" pitchFamily="34" charset="0"/>
      <a:buNone/>
      <a:defRPr sz="1200" b="1" kern="1200">
        <a:solidFill>
          <a:schemeClr val="tx1"/>
        </a:solidFill>
        <a:latin typeface="+mn-lt"/>
        <a:ea typeface="+mn-ea"/>
        <a:cs typeface="+mn-cs"/>
      </a:defRPr>
    </a:lvl2pPr>
    <a:lvl3pPr marL="144000" indent="-14400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288000" indent="-144000" algn="l" defTabSz="914400" rtl="0" eaLnBrk="1" latinLnBrk="0" hangingPunct="1">
      <a:lnSpc>
        <a:spcPct val="110000"/>
      </a:lnSpc>
      <a:spcBef>
        <a:spcPts val="0"/>
      </a:spcBef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0" indent="0" algn="l" defTabSz="914400" rtl="0" eaLnBrk="1" latinLnBrk="0" hangingPunct="1">
      <a:lnSpc>
        <a:spcPct val="110000"/>
      </a:lnSpc>
      <a:spcBef>
        <a:spcPts val="400"/>
      </a:spcBef>
      <a:spcAft>
        <a:spcPts val="400"/>
      </a:spcAft>
      <a:buFont typeface="Arial" panose="020B0604020202020204" pitchFamily="34" charset="0"/>
      <a:buNone/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10000"/>
      </a:lnSpc>
      <a:spcBef>
        <a:spcPts val="1200"/>
      </a:spcBef>
      <a:spcAft>
        <a:spcPts val="400"/>
      </a:spcAft>
      <a:buFont typeface="Arial" panose="020B0604020202020204" pitchFamily="34" charset="0"/>
      <a:buNone/>
      <a:defRPr sz="1600" b="1" kern="1200">
        <a:solidFill>
          <a:schemeClr val="tx1"/>
        </a:solidFill>
        <a:latin typeface="+mn-lt"/>
        <a:ea typeface="+mn-ea"/>
        <a:cs typeface="+mn-cs"/>
      </a:defRPr>
    </a:lvl6pPr>
    <a:lvl7pPr marL="180000" indent="-180000" algn="l" defTabSz="914400" rtl="0" eaLnBrk="1" latinLnBrk="0" hangingPunct="1">
      <a:lnSpc>
        <a:spcPct val="110000"/>
      </a:lnSpc>
      <a:spcBef>
        <a:spcPts val="400"/>
      </a:spcBef>
      <a:spcAft>
        <a:spcPts val="400"/>
      </a:spcAft>
      <a:buFont typeface="Arial" panose="020B0604020202020204" pitchFamily="34" charset="0"/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360000" indent="-180000" algn="l" defTabSz="914400" rtl="0" eaLnBrk="1" latinLnBrk="0" hangingPunct="1">
      <a:lnSpc>
        <a:spcPct val="110000"/>
      </a:lnSpc>
      <a:spcBef>
        <a:spcPts val="0"/>
      </a:spcBef>
      <a:spcAft>
        <a:spcPts val="400"/>
      </a:spcAft>
      <a:buFont typeface="Arial" panose="020B0604020202020204" pitchFamily="34" charset="0"/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60000" indent="-180000" algn="l" defTabSz="914400" rtl="0" eaLnBrk="1" latinLnBrk="0" hangingPunct="1">
      <a:lnSpc>
        <a:spcPct val="110000"/>
      </a:lnSpc>
      <a:spcBef>
        <a:spcPts val="0"/>
      </a:spcBef>
      <a:spcAft>
        <a:spcPts val="400"/>
      </a:spcAft>
      <a:buFont typeface="Arial" panose="020B0604020202020204" pitchFamily="34" charset="0"/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EHO Proposal" id="{B7BCDEBE-C53D-4C28-A797-4B27C27CDF8A}">
          <p14:sldIdLst>
            <p14:sldId id="356"/>
            <p14:sldId id="359"/>
            <p14:sldId id="362"/>
            <p14:sldId id="404"/>
            <p14:sldId id="368"/>
            <p14:sldId id="406"/>
            <p14:sldId id="374"/>
            <p14:sldId id="376"/>
            <p14:sldId id="379"/>
            <p14:sldId id="382"/>
            <p14:sldId id="383"/>
            <p14:sldId id="386"/>
            <p14:sldId id="389"/>
            <p14:sldId id="393"/>
            <p14:sldId id="3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4" pos="166" userDrawn="1">
          <p15:clr>
            <a:srgbClr val="A4A3A4"/>
          </p15:clr>
        </p15:guide>
        <p15:guide id="6" pos="7514" userDrawn="1">
          <p15:clr>
            <a:srgbClr val="A4A3A4"/>
          </p15:clr>
        </p15:guide>
        <p15:guide id="7" orient="horz" pos="41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40" autoAdjust="0"/>
    <p:restoredTop sz="94683" autoAdjust="0"/>
  </p:normalViewPr>
  <p:slideViewPr>
    <p:cSldViewPr showGuides="1">
      <p:cViewPr varScale="1">
        <p:scale>
          <a:sx n="112" d="100"/>
          <a:sy n="112" d="100"/>
        </p:scale>
        <p:origin x="216" y="672"/>
      </p:cViewPr>
      <p:guideLst>
        <p:guide orient="horz" pos="164"/>
        <p:guide pos="166"/>
        <p:guide pos="7514"/>
        <p:guide orient="horz" pos="4156"/>
      </p:guideLst>
    </p:cSldViewPr>
  </p:slideViewPr>
  <p:outlineViewPr>
    <p:cViewPr>
      <p:scale>
        <a:sx n="33" d="100"/>
        <a:sy n="33" d="100"/>
      </p:scale>
      <p:origin x="0" y="-1116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howGuides="1">
      <p:cViewPr>
        <p:scale>
          <a:sx n="66" d="100"/>
          <a:sy n="66" d="100"/>
        </p:scale>
        <p:origin x="2208" y="5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0.xml"/><Relationship Id="rId27" Type="http://schemas.openxmlformats.org/officeDocument/2006/relationships/theme" Target="theme/theme1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1">
            <a:extLst>
              <a:ext uri="{FF2B5EF4-FFF2-40B4-BE49-F238E27FC236}">
                <a16:creationId xmlns:a16="http://schemas.microsoft.com/office/drawing/2014/main" id="{C22DF602-F512-9BCC-8B03-F89D0E696A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685800" y="395536"/>
            <a:ext cx="3967336" cy="458788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 b="1"/>
            </a:lvl1pPr>
          </a:lstStyle>
          <a:p>
            <a:endParaRPr lang="en-US" dirty="0"/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9E4D1978-7249-93FF-1499-45824A2D50A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685800" y="8604446"/>
            <a:ext cx="2612976" cy="24276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/>
            </a:lvl1pPr>
          </a:lstStyle>
          <a:p>
            <a:fld id="{507BDFCC-3E41-4BDB-AD5E-12516A160EED}" type="datetimeFigureOut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42B188E4-94CA-F1A1-0CD3-80EA09FB5E1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429000" y="8604448"/>
            <a:ext cx="2743200" cy="24276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/>
            </a:lvl1pPr>
          </a:lstStyle>
          <a:p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835DD2C-1E3F-48D1-48CD-752967AF2C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302424" y="8604448"/>
            <a:ext cx="366936" cy="24276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/>
            </a:lvl1pPr>
          </a:lstStyle>
          <a:p>
            <a:fld id="{12F9CCA5-8A48-4D78-B70B-ECC9E3F869B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73608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685800" y="395536"/>
            <a:ext cx="3967336" cy="458788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 b="1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85800" y="8604446"/>
            <a:ext cx="2612976" cy="24276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/>
            </a:lvl1pPr>
          </a:lstStyle>
          <a:p>
            <a:fld id="{507BDFCC-3E41-4BDB-AD5E-12516A160EED}" type="datetimeFigureOut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572000"/>
            <a:ext cx="4759424" cy="3429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  <a:p>
            <a:pPr lvl="4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429000" y="8604448"/>
            <a:ext cx="2743200" cy="24276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2424" y="8604448"/>
            <a:ext cx="366936" cy="24276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/>
            </a:lvl1pPr>
          </a:lstStyle>
          <a:p>
            <a:fld id="{12F9CCA5-8A48-4D78-B70B-ECC9E3F869B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918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10000"/>
      </a:lnSpc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0" algn="l" defTabSz="914400" rtl="0" eaLnBrk="1" latinLnBrk="0" hangingPunct="1">
      <a:lnSpc>
        <a:spcPct val="110000"/>
      </a:lnSpc>
      <a:defRPr sz="1000" b="1" kern="1200">
        <a:solidFill>
          <a:schemeClr val="tx1"/>
        </a:solidFill>
        <a:latin typeface="+mn-lt"/>
        <a:ea typeface="+mn-ea"/>
        <a:cs typeface="+mn-cs"/>
      </a:defRPr>
    </a:lvl2pPr>
    <a:lvl3pPr marL="108000" indent="-108000" algn="l" defTabSz="914400" rtl="0" eaLnBrk="1" latinLnBrk="0" hangingPunct="1">
      <a:lnSpc>
        <a:spcPct val="11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216000" indent="-108000" algn="l" defTabSz="914400" rtl="0" eaLnBrk="1" latinLnBrk="0" hangingPunct="1">
      <a:lnSpc>
        <a:spcPct val="11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216000" indent="-108000" algn="l" defTabSz="914400" rtl="0" eaLnBrk="1" latinLnBrk="0" hangingPunct="1">
      <a:lnSpc>
        <a:spcPct val="11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16000" indent="-108000" algn="l" defTabSz="914400" rtl="0" eaLnBrk="1" latinLnBrk="0" hangingPunct="1">
      <a:lnSpc>
        <a:spcPct val="11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16000" indent="-108000" algn="l" defTabSz="914400" rtl="0" eaLnBrk="1" latinLnBrk="0" hangingPunct="1">
      <a:lnSpc>
        <a:spcPct val="11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16000" indent="-108000" algn="l" defTabSz="914400" rtl="0" eaLnBrk="1" latinLnBrk="0" hangingPunct="1">
      <a:lnSpc>
        <a:spcPct val="11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16000" indent="-108000" algn="l" defTabSz="914400" rtl="0" eaLnBrk="1" latinLnBrk="0" hangingPunct="1">
      <a:lnSpc>
        <a:spcPct val="11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Intro |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voila">
            <a:extLst>
              <a:ext uri="{FF2B5EF4-FFF2-40B4-BE49-F238E27FC236}">
                <a16:creationId xmlns:a16="http://schemas.microsoft.com/office/drawing/2014/main" id="{01971C96-41AB-EE02-0BB7-3FCF1CF87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4044000" y="2588058"/>
            <a:ext cx="4104000" cy="98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929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|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age">
            <a:extLst>
              <a:ext uri="{FF2B5EF4-FFF2-40B4-BE49-F238E27FC236}">
                <a16:creationId xmlns:a16="http://schemas.microsoft.com/office/drawing/2014/main" id="{6525EEA1-B929-63D8-C160-46DB2FB55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263352" y="260648"/>
            <a:ext cx="11665296" cy="6336704"/>
          </a:xfrm>
          <a:prstGeom prst="roundRect">
            <a:avLst>
              <a:gd name="adj" fmla="val 6803"/>
            </a:avLst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grpSp>
        <p:nvGrpSpPr>
          <p:cNvPr id="5" name="Key Visual">
            <a:extLst>
              <a:ext uri="{FF2B5EF4-FFF2-40B4-BE49-F238E27FC236}">
                <a16:creationId xmlns:a16="http://schemas.microsoft.com/office/drawing/2014/main" id="{D0D21BDB-72DE-E2F1-E34A-15368274D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ltGray">
          <a:xfrm>
            <a:off x="4851444" y="-126252"/>
            <a:ext cx="9121219" cy="8883844"/>
            <a:chOff x="5116025" y="-220434"/>
            <a:chExt cx="9121219" cy="8883844"/>
          </a:xfrm>
        </p:grpSpPr>
        <p:sp>
          <p:nvSpPr>
            <p:cNvPr id="6" name="Green">
              <a:extLst>
                <a:ext uri="{FF2B5EF4-FFF2-40B4-BE49-F238E27FC236}">
                  <a16:creationId xmlns:a16="http://schemas.microsoft.com/office/drawing/2014/main" id="{B9216DD3-4683-DCA4-8EAE-D0FD4C067473}"/>
                </a:ext>
              </a:extLst>
            </p:cNvPr>
            <p:cNvSpPr/>
            <p:nvPr/>
          </p:nvSpPr>
          <p:spPr bwMode="ltGray">
            <a:xfrm>
              <a:off x="5116025" y="3080263"/>
              <a:ext cx="5793333" cy="5583147"/>
            </a:xfrm>
            <a:custGeom>
              <a:avLst/>
              <a:gdLst>
                <a:gd name="connsiteX0" fmla="*/ 5132451 w 13299598"/>
                <a:gd name="connsiteY0" fmla="*/ 12814026 h 12817078"/>
                <a:gd name="connsiteX1" fmla="*/ 4436335 w 13299598"/>
                <a:gd name="connsiteY1" fmla="*/ 12765175 h 12817078"/>
                <a:gd name="connsiteX2" fmla="*/ 2732683 w 13299598"/>
                <a:gd name="connsiteY2" fmla="*/ 12218663 h 12817078"/>
                <a:gd name="connsiteX3" fmla="*/ 45921 w 13299598"/>
                <a:gd name="connsiteY3" fmla="*/ 6967264 h 12817078"/>
                <a:gd name="connsiteX4" fmla="*/ 897746 w 13299598"/>
                <a:gd name="connsiteY4" fmla="*/ 4463690 h 12817078"/>
                <a:gd name="connsiteX5" fmla="*/ 4179871 w 13299598"/>
                <a:gd name="connsiteY5" fmla="*/ 1502145 h 12817078"/>
                <a:gd name="connsiteX6" fmla="*/ 10218981 w 13299598"/>
                <a:gd name="connsiteY6" fmla="*/ 0 h 12817078"/>
                <a:gd name="connsiteX7" fmla="*/ 12890478 w 13299598"/>
                <a:gd name="connsiteY7" fmla="*/ 647266 h 12817078"/>
                <a:gd name="connsiteX8" fmla="*/ 13299598 w 13299598"/>
                <a:gd name="connsiteY8" fmla="*/ 1550995 h 12817078"/>
                <a:gd name="connsiteX9" fmla="*/ 13156100 w 13299598"/>
                <a:gd name="connsiteY9" fmla="*/ 2134144 h 12817078"/>
                <a:gd name="connsiteX10" fmla="*/ 12487463 w 13299598"/>
                <a:gd name="connsiteY10" fmla="*/ 3056193 h 12817078"/>
                <a:gd name="connsiteX11" fmla="*/ 12304274 w 13299598"/>
                <a:gd name="connsiteY11" fmla="*/ 3260753 h 12817078"/>
                <a:gd name="connsiteX12" fmla="*/ 11455502 w 13299598"/>
                <a:gd name="connsiteY12" fmla="*/ 4271342 h 12817078"/>
                <a:gd name="connsiteX13" fmla="*/ 10249512 w 13299598"/>
                <a:gd name="connsiteY13" fmla="*/ 7983959 h 12817078"/>
                <a:gd name="connsiteX14" fmla="*/ 10200661 w 13299598"/>
                <a:gd name="connsiteY14" fmla="*/ 8359495 h 12817078"/>
                <a:gd name="connsiteX15" fmla="*/ 5129397 w 13299598"/>
                <a:gd name="connsiteY15" fmla="*/ 12817078 h 1281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299598" h="12817078">
                  <a:moveTo>
                    <a:pt x="5132451" y="12814026"/>
                  </a:moveTo>
                  <a:cubicBezTo>
                    <a:pt x="4900412" y="12814026"/>
                    <a:pt x="4668374" y="12798759"/>
                    <a:pt x="4436335" y="12765175"/>
                  </a:cubicBezTo>
                  <a:cubicBezTo>
                    <a:pt x="3837919" y="12682741"/>
                    <a:pt x="3263929" y="12499551"/>
                    <a:pt x="2732683" y="12218663"/>
                  </a:cubicBezTo>
                  <a:cubicBezTo>
                    <a:pt x="836684" y="11214180"/>
                    <a:pt x="-241075" y="9104461"/>
                    <a:pt x="45921" y="6967264"/>
                  </a:cubicBezTo>
                  <a:cubicBezTo>
                    <a:pt x="125302" y="6368849"/>
                    <a:pt x="302384" y="5459013"/>
                    <a:pt x="897746" y="4463690"/>
                  </a:cubicBezTo>
                  <a:cubicBezTo>
                    <a:pt x="1593862" y="3300444"/>
                    <a:pt x="2699099" y="2305120"/>
                    <a:pt x="4179871" y="1502145"/>
                  </a:cubicBezTo>
                  <a:cubicBezTo>
                    <a:pt x="5898789" y="577043"/>
                    <a:pt x="8210015" y="0"/>
                    <a:pt x="10218981" y="0"/>
                  </a:cubicBezTo>
                  <a:cubicBezTo>
                    <a:pt x="11492139" y="0"/>
                    <a:pt x="12466091" y="235092"/>
                    <a:pt x="12890478" y="647266"/>
                  </a:cubicBezTo>
                  <a:cubicBezTo>
                    <a:pt x="13149994" y="876251"/>
                    <a:pt x="13299598" y="1205990"/>
                    <a:pt x="13299598" y="1550995"/>
                  </a:cubicBezTo>
                  <a:cubicBezTo>
                    <a:pt x="13299598" y="1755555"/>
                    <a:pt x="13250748" y="1957062"/>
                    <a:pt x="13156100" y="2134144"/>
                  </a:cubicBezTo>
                  <a:cubicBezTo>
                    <a:pt x="13024815" y="2427246"/>
                    <a:pt x="12801936" y="2702028"/>
                    <a:pt x="12487463" y="3056193"/>
                  </a:cubicBezTo>
                  <a:cubicBezTo>
                    <a:pt x="12426400" y="3123361"/>
                    <a:pt x="12365337" y="3190531"/>
                    <a:pt x="12304274" y="3260753"/>
                  </a:cubicBezTo>
                  <a:cubicBezTo>
                    <a:pt x="12038651" y="3553854"/>
                    <a:pt x="11736390" y="3886646"/>
                    <a:pt x="11455502" y="4271342"/>
                  </a:cubicBezTo>
                  <a:cubicBezTo>
                    <a:pt x="10560932" y="5498704"/>
                    <a:pt x="10386903" y="6875670"/>
                    <a:pt x="10249512" y="7983959"/>
                  </a:cubicBezTo>
                  <a:cubicBezTo>
                    <a:pt x="10234246" y="8112191"/>
                    <a:pt x="10218981" y="8237370"/>
                    <a:pt x="10200661" y="8359495"/>
                  </a:cubicBezTo>
                  <a:cubicBezTo>
                    <a:pt x="9858710" y="10902760"/>
                    <a:pt x="7675715" y="12817078"/>
                    <a:pt x="5129397" y="12817078"/>
                  </a:cubicBezTo>
                  <a:close/>
                </a:path>
              </a:pathLst>
            </a:custGeom>
            <a:solidFill>
              <a:srgbClr val="0BD7A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397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dirty="0"/>
            </a:p>
          </p:txBody>
        </p:sp>
        <p:sp>
          <p:nvSpPr>
            <p:cNvPr id="7" name="Deep Blue">
              <a:extLst>
                <a:ext uri="{FF2B5EF4-FFF2-40B4-BE49-F238E27FC236}">
                  <a16:creationId xmlns:a16="http://schemas.microsoft.com/office/drawing/2014/main" id="{A7037019-77FE-0832-A59F-AC598297B384}"/>
                </a:ext>
              </a:extLst>
            </p:cNvPr>
            <p:cNvSpPr/>
            <p:nvPr/>
          </p:nvSpPr>
          <p:spPr bwMode="ltGray">
            <a:xfrm rot="10800000">
              <a:off x="8443911" y="-220434"/>
              <a:ext cx="5793333" cy="5583147"/>
            </a:xfrm>
            <a:custGeom>
              <a:avLst/>
              <a:gdLst>
                <a:gd name="connsiteX0" fmla="*/ 5132451 w 13299598"/>
                <a:gd name="connsiteY0" fmla="*/ 12814026 h 12817078"/>
                <a:gd name="connsiteX1" fmla="*/ 4436335 w 13299598"/>
                <a:gd name="connsiteY1" fmla="*/ 12765175 h 12817078"/>
                <a:gd name="connsiteX2" fmla="*/ 2732683 w 13299598"/>
                <a:gd name="connsiteY2" fmla="*/ 12218663 h 12817078"/>
                <a:gd name="connsiteX3" fmla="*/ 45921 w 13299598"/>
                <a:gd name="connsiteY3" fmla="*/ 6967264 h 12817078"/>
                <a:gd name="connsiteX4" fmla="*/ 897746 w 13299598"/>
                <a:gd name="connsiteY4" fmla="*/ 4463690 h 12817078"/>
                <a:gd name="connsiteX5" fmla="*/ 4179871 w 13299598"/>
                <a:gd name="connsiteY5" fmla="*/ 1502145 h 12817078"/>
                <a:gd name="connsiteX6" fmla="*/ 10218981 w 13299598"/>
                <a:gd name="connsiteY6" fmla="*/ 0 h 12817078"/>
                <a:gd name="connsiteX7" fmla="*/ 12890478 w 13299598"/>
                <a:gd name="connsiteY7" fmla="*/ 647266 h 12817078"/>
                <a:gd name="connsiteX8" fmla="*/ 13299598 w 13299598"/>
                <a:gd name="connsiteY8" fmla="*/ 1550995 h 12817078"/>
                <a:gd name="connsiteX9" fmla="*/ 13156100 w 13299598"/>
                <a:gd name="connsiteY9" fmla="*/ 2134144 h 12817078"/>
                <a:gd name="connsiteX10" fmla="*/ 12487463 w 13299598"/>
                <a:gd name="connsiteY10" fmla="*/ 3056193 h 12817078"/>
                <a:gd name="connsiteX11" fmla="*/ 12304274 w 13299598"/>
                <a:gd name="connsiteY11" fmla="*/ 3260753 h 12817078"/>
                <a:gd name="connsiteX12" fmla="*/ 11455502 w 13299598"/>
                <a:gd name="connsiteY12" fmla="*/ 4271342 h 12817078"/>
                <a:gd name="connsiteX13" fmla="*/ 10249512 w 13299598"/>
                <a:gd name="connsiteY13" fmla="*/ 7983959 h 12817078"/>
                <a:gd name="connsiteX14" fmla="*/ 10200661 w 13299598"/>
                <a:gd name="connsiteY14" fmla="*/ 8359495 h 12817078"/>
                <a:gd name="connsiteX15" fmla="*/ 5129397 w 13299598"/>
                <a:gd name="connsiteY15" fmla="*/ 12817078 h 1281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299598" h="12817078">
                  <a:moveTo>
                    <a:pt x="5132451" y="12814026"/>
                  </a:moveTo>
                  <a:cubicBezTo>
                    <a:pt x="4900412" y="12814026"/>
                    <a:pt x="4668374" y="12798759"/>
                    <a:pt x="4436335" y="12765175"/>
                  </a:cubicBezTo>
                  <a:cubicBezTo>
                    <a:pt x="3837919" y="12682741"/>
                    <a:pt x="3263929" y="12499551"/>
                    <a:pt x="2732683" y="12218663"/>
                  </a:cubicBezTo>
                  <a:cubicBezTo>
                    <a:pt x="836684" y="11214180"/>
                    <a:pt x="-241075" y="9104461"/>
                    <a:pt x="45921" y="6967264"/>
                  </a:cubicBezTo>
                  <a:cubicBezTo>
                    <a:pt x="125302" y="6368849"/>
                    <a:pt x="302384" y="5459013"/>
                    <a:pt x="897746" y="4463690"/>
                  </a:cubicBezTo>
                  <a:cubicBezTo>
                    <a:pt x="1593862" y="3300444"/>
                    <a:pt x="2699099" y="2305120"/>
                    <a:pt x="4179871" y="1502145"/>
                  </a:cubicBezTo>
                  <a:cubicBezTo>
                    <a:pt x="5898789" y="577043"/>
                    <a:pt x="8210015" y="0"/>
                    <a:pt x="10218981" y="0"/>
                  </a:cubicBezTo>
                  <a:cubicBezTo>
                    <a:pt x="11492139" y="0"/>
                    <a:pt x="12466091" y="235092"/>
                    <a:pt x="12890478" y="647266"/>
                  </a:cubicBezTo>
                  <a:cubicBezTo>
                    <a:pt x="13149994" y="876251"/>
                    <a:pt x="13299598" y="1205990"/>
                    <a:pt x="13299598" y="1550995"/>
                  </a:cubicBezTo>
                  <a:cubicBezTo>
                    <a:pt x="13299598" y="1755555"/>
                    <a:pt x="13250748" y="1957062"/>
                    <a:pt x="13156100" y="2134144"/>
                  </a:cubicBezTo>
                  <a:cubicBezTo>
                    <a:pt x="13024815" y="2427246"/>
                    <a:pt x="12801936" y="2702028"/>
                    <a:pt x="12487463" y="3056193"/>
                  </a:cubicBezTo>
                  <a:cubicBezTo>
                    <a:pt x="12426400" y="3123361"/>
                    <a:pt x="12365337" y="3190531"/>
                    <a:pt x="12304274" y="3260753"/>
                  </a:cubicBezTo>
                  <a:cubicBezTo>
                    <a:pt x="12038651" y="3553854"/>
                    <a:pt x="11736390" y="3886646"/>
                    <a:pt x="11455502" y="4271342"/>
                  </a:cubicBezTo>
                  <a:cubicBezTo>
                    <a:pt x="10560932" y="5498704"/>
                    <a:pt x="10386903" y="6875670"/>
                    <a:pt x="10249512" y="7983959"/>
                  </a:cubicBezTo>
                  <a:cubicBezTo>
                    <a:pt x="10234246" y="8112191"/>
                    <a:pt x="10218981" y="8237370"/>
                    <a:pt x="10200661" y="8359495"/>
                  </a:cubicBezTo>
                  <a:cubicBezTo>
                    <a:pt x="9858710" y="10902760"/>
                    <a:pt x="7675715" y="12817078"/>
                    <a:pt x="5129397" y="12817078"/>
                  </a:cubicBezTo>
                  <a:close/>
                </a:path>
              </a:pathLst>
            </a:custGeom>
            <a:solidFill>
              <a:srgbClr val="0D09B5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397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dirty="0"/>
            </a:p>
          </p:txBody>
        </p:sp>
        <p:sp>
          <p:nvSpPr>
            <p:cNvPr id="8" name="Middle Blue">
              <a:extLst>
                <a:ext uri="{FF2B5EF4-FFF2-40B4-BE49-F238E27FC236}">
                  <a16:creationId xmlns:a16="http://schemas.microsoft.com/office/drawing/2014/main" id="{C7DC2939-C22A-512A-B6AF-1BFD221239AD}"/>
                </a:ext>
              </a:extLst>
            </p:cNvPr>
            <p:cNvSpPr/>
            <p:nvPr/>
          </p:nvSpPr>
          <p:spPr bwMode="ltGray">
            <a:xfrm rot="10800000">
              <a:off x="8443911" y="3080262"/>
              <a:ext cx="2465447" cy="2282450"/>
            </a:xfrm>
            <a:custGeom>
              <a:avLst/>
              <a:gdLst>
                <a:gd name="connsiteX0" fmla="*/ 1341924 w 2465447"/>
                <a:gd name="connsiteY0" fmla="*/ 2282450 h 2282450"/>
                <a:gd name="connsiteX1" fmla="*/ 178214 w 2465447"/>
                <a:gd name="connsiteY1" fmla="*/ 2000499 h 2282450"/>
                <a:gd name="connsiteX2" fmla="*/ 0 w 2465447"/>
                <a:gd name="connsiteY2" fmla="*/ 1606833 h 2282450"/>
                <a:gd name="connsiteX3" fmla="*/ 62508 w 2465447"/>
                <a:gd name="connsiteY3" fmla="*/ 1352812 h 2282450"/>
                <a:gd name="connsiteX4" fmla="*/ 353768 w 2465447"/>
                <a:gd name="connsiteY4" fmla="*/ 951166 h 2282450"/>
                <a:gd name="connsiteX5" fmla="*/ 433565 w 2465447"/>
                <a:gd name="connsiteY5" fmla="*/ 862059 h 2282450"/>
                <a:gd name="connsiteX6" fmla="*/ 803292 w 2465447"/>
                <a:gd name="connsiteY6" fmla="*/ 421844 h 2282450"/>
                <a:gd name="connsiteX7" fmla="*/ 1041354 w 2465447"/>
                <a:gd name="connsiteY7" fmla="*/ 11491 h 2282450"/>
                <a:gd name="connsiteX8" fmla="*/ 1044858 w 2465447"/>
                <a:gd name="connsiteY8" fmla="*/ 2733 h 2282450"/>
                <a:gd name="connsiteX9" fmla="*/ 1123524 w 2465447"/>
                <a:gd name="connsiteY9" fmla="*/ 0 h 2282450"/>
                <a:gd name="connsiteX10" fmla="*/ 2287234 w 2465447"/>
                <a:gd name="connsiteY10" fmla="*/ 281951 h 2282450"/>
                <a:gd name="connsiteX11" fmla="*/ 2465447 w 2465447"/>
                <a:gd name="connsiteY11" fmla="*/ 675617 h 2282450"/>
                <a:gd name="connsiteX12" fmla="*/ 2402939 w 2465447"/>
                <a:gd name="connsiteY12" fmla="*/ 929638 h 2282450"/>
                <a:gd name="connsiteX13" fmla="*/ 2111680 w 2465447"/>
                <a:gd name="connsiteY13" fmla="*/ 1331284 h 2282450"/>
                <a:gd name="connsiteX14" fmla="*/ 2031882 w 2465447"/>
                <a:gd name="connsiteY14" fmla="*/ 1420391 h 2282450"/>
                <a:gd name="connsiteX15" fmla="*/ 1662155 w 2465447"/>
                <a:gd name="connsiteY15" fmla="*/ 1860606 h 2282450"/>
                <a:gd name="connsiteX16" fmla="*/ 1424093 w 2465447"/>
                <a:gd name="connsiteY16" fmla="*/ 2270959 h 2282450"/>
                <a:gd name="connsiteX17" fmla="*/ 1420589 w 2465447"/>
                <a:gd name="connsiteY17" fmla="*/ 2279717 h 228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5447" h="2282450">
                  <a:moveTo>
                    <a:pt x="1341924" y="2282450"/>
                  </a:moveTo>
                  <a:cubicBezTo>
                    <a:pt x="787333" y="2282450"/>
                    <a:pt x="363078" y="2180044"/>
                    <a:pt x="178214" y="2000499"/>
                  </a:cubicBezTo>
                  <a:cubicBezTo>
                    <a:pt x="65168" y="1900753"/>
                    <a:pt x="0" y="1757118"/>
                    <a:pt x="0" y="1606833"/>
                  </a:cubicBezTo>
                  <a:cubicBezTo>
                    <a:pt x="0" y="1517726"/>
                    <a:pt x="21279" y="1429950"/>
                    <a:pt x="62508" y="1352812"/>
                  </a:cubicBezTo>
                  <a:cubicBezTo>
                    <a:pt x="119696" y="1225136"/>
                    <a:pt x="216782" y="1105441"/>
                    <a:pt x="353768" y="951166"/>
                  </a:cubicBezTo>
                  <a:cubicBezTo>
                    <a:pt x="380367" y="921907"/>
                    <a:pt x="406966" y="892648"/>
                    <a:pt x="433565" y="862059"/>
                  </a:cubicBezTo>
                  <a:cubicBezTo>
                    <a:pt x="549271" y="734384"/>
                    <a:pt x="680936" y="589419"/>
                    <a:pt x="803292" y="421844"/>
                  </a:cubicBezTo>
                  <a:cubicBezTo>
                    <a:pt x="900711" y="288184"/>
                    <a:pt x="978513" y="150450"/>
                    <a:pt x="1041354" y="11491"/>
                  </a:cubicBezTo>
                  <a:lnTo>
                    <a:pt x="1044858" y="2733"/>
                  </a:lnTo>
                  <a:lnTo>
                    <a:pt x="1123524" y="0"/>
                  </a:lnTo>
                  <a:cubicBezTo>
                    <a:pt x="1678114" y="0"/>
                    <a:pt x="2102370" y="102407"/>
                    <a:pt x="2287234" y="281951"/>
                  </a:cubicBezTo>
                  <a:cubicBezTo>
                    <a:pt x="2400279" y="381697"/>
                    <a:pt x="2465447" y="525332"/>
                    <a:pt x="2465447" y="675617"/>
                  </a:cubicBezTo>
                  <a:cubicBezTo>
                    <a:pt x="2465447" y="764724"/>
                    <a:pt x="2444168" y="852501"/>
                    <a:pt x="2402939" y="929638"/>
                  </a:cubicBezTo>
                  <a:cubicBezTo>
                    <a:pt x="2345751" y="1057314"/>
                    <a:pt x="2248664" y="1177009"/>
                    <a:pt x="2111680" y="1331284"/>
                  </a:cubicBezTo>
                  <a:cubicBezTo>
                    <a:pt x="2085080" y="1360543"/>
                    <a:pt x="2058481" y="1389802"/>
                    <a:pt x="2031882" y="1420391"/>
                  </a:cubicBezTo>
                  <a:cubicBezTo>
                    <a:pt x="1916176" y="1548067"/>
                    <a:pt x="1784510" y="1693031"/>
                    <a:pt x="1662155" y="1860606"/>
                  </a:cubicBezTo>
                  <a:cubicBezTo>
                    <a:pt x="1564736" y="1994266"/>
                    <a:pt x="1486933" y="2132000"/>
                    <a:pt x="1424093" y="2270959"/>
                  </a:cubicBezTo>
                  <a:lnTo>
                    <a:pt x="1420589" y="2279717"/>
                  </a:lnTo>
                  <a:close/>
                </a:path>
              </a:pathLst>
            </a:custGeom>
            <a:solidFill>
              <a:srgbClr val="0075E4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1625397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dirty="0"/>
            </a:p>
          </p:txBody>
        </p:sp>
      </p:grpSp>
      <p:pic>
        <p:nvPicPr>
          <p:cNvPr id="9" name="evoila">
            <a:extLst>
              <a:ext uri="{FF2B5EF4-FFF2-40B4-BE49-F238E27FC236}">
                <a16:creationId xmlns:a16="http://schemas.microsoft.com/office/drawing/2014/main" id="{E56B3B55-BBA4-DB55-7D71-9175939A432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623392" y="620720"/>
            <a:ext cx="1200000" cy="28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952388-944E-0591-329C-9E623A9AFC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912000" y="2852936"/>
            <a:ext cx="4896000" cy="1728000"/>
          </a:xfrm>
        </p:spPr>
        <p:txBody>
          <a:bodyPr lIns="0" anchor="t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17CB2-EB8E-F35F-05C5-4635FD29F1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912000" y="2420888"/>
            <a:ext cx="3168000" cy="215551"/>
          </a:xfrm>
        </p:spPr>
        <p:txBody>
          <a:bodyPr lIns="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9pPr>
          </a:lstStyle>
          <a:p>
            <a:r>
              <a:rPr lang="en-US" dirty="0"/>
              <a:t>This is an optional top line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</p:spTree>
    <p:extLst>
      <p:ext uri="{BB962C8B-B14F-4D97-AF65-F5344CB8AC3E}">
        <p14:creationId xmlns:p14="http://schemas.microsoft.com/office/powerpoint/2010/main" val="127871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4" userDrawn="1">
          <p15:clr>
            <a:srgbClr val="F26B43"/>
          </p15:clr>
        </p15:guide>
        <p15:guide id="3" pos="3659" userDrawn="1">
          <p15:clr>
            <a:srgbClr val="F26B43"/>
          </p15:clr>
        </p15:guide>
        <p15:guide id="4" orient="horz" pos="1525" userDrawn="1">
          <p15:clr>
            <a:srgbClr val="F26B43"/>
          </p15:clr>
        </p15:guide>
        <p15:guide id="5" orient="horz" pos="2886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age">
            <a:extLst>
              <a:ext uri="{FF2B5EF4-FFF2-40B4-BE49-F238E27FC236}">
                <a16:creationId xmlns:a16="http://schemas.microsoft.com/office/drawing/2014/main" id="{6525EEA1-B929-63D8-C160-46DB2FB55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11" name="evoila">
            <a:extLst>
              <a:ext uri="{FF2B5EF4-FFF2-40B4-BE49-F238E27FC236}">
                <a16:creationId xmlns:a16="http://schemas.microsoft.com/office/drawing/2014/main" id="{C7469634-E0C5-7E91-33D6-46F8850187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647528" y="620688"/>
            <a:ext cx="1200000" cy="28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952388-944E-0591-329C-9E623A9AFC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912000" y="2853128"/>
            <a:ext cx="4896000" cy="1728000"/>
          </a:xfrm>
        </p:spPr>
        <p:txBody>
          <a:bodyPr lIns="0" anchor="t"/>
          <a:lstStyle>
            <a:lvl1pPr algn="l"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17CB2-EB8E-F35F-05C5-4635FD29F1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912000" y="2421361"/>
            <a:ext cx="3168000" cy="215551"/>
          </a:xfrm>
        </p:spPr>
        <p:txBody>
          <a:bodyPr lIns="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US" dirty="0"/>
              <a:t>This is an optional top line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301F40A-0606-3DCB-2987-EDF79D74752C}"/>
              </a:ext>
            </a:extLst>
          </p:cNvPr>
          <p:cNvGrpSpPr/>
          <p:nvPr userDrawn="1"/>
        </p:nvGrpSpPr>
        <p:grpSpPr bwMode="gray">
          <a:xfrm>
            <a:off x="4851444" y="-126252"/>
            <a:ext cx="9121219" cy="8883844"/>
            <a:chOff x="4851444" y="-126252"/>
            <a:chExt cx="9121219" cy="8883844"/>
          </a:xfrm>
        </p:grpSpPr>
        <p:sp>
          <p:nvSpPr>
            <p:cNvPr id="12" name="Green">
              <a:extLst>
                <a:ext uri="{FF2B5EF4-FFF2-40B4-BE49-F238E27FC236}">
                  <a16:creationId xmlns:a16="http://schemas.microsoft.com/office/drawing/2014/main" id="{BA2148AB-2CBE-735D-5A91-BD0492D58050}"/>
                </a:ext>
              </a:extLst>
            </p:cNvPr>
            <p:cNvSpPr/>
            <p:nvPr userDrawn="1"/>
          </p:nvSpPr>
          <p:spPr bwMode="gray">
            <a:xfrm>
              <a:off x="4851444" y="3174445"/>
              <a:ext cx="5793333" cy="5583147"/>
            </a:xfrm>
            <a:custGeom>
              <a:avLst/>
              <a:gdLst>
                <a:gd name="connsiteX0" fmla="*/ 5132451 w 13299598"/>
                <a:gd name="connsiteY0" fmla="*/ 12814026 h 12817078"/>
                <a:gd name="connsiteX1" fmla="*/ 4436335 w 13299598"/>
                <a:gd name="connsiteY1" fmla="*/ 12765175 h 12817078"/>
                <a:gd name="connsiteX2" fmla="*/ 2732683 w 13299598"/>
                <a:gd name="connsiteY2" fmla="*/ 12218663 h 12817078"/>
                <a:gd name="connsiteX3" fmla="*/ 45921 w 13299598"/>
                <a:gd name="connsiteY3" fmla="*/ 6967264 h 12817078"/>
                <a:gd name="connsiteX4" fmla="*/ 897746 w 13299598"/>
                <a:gd name="connsiteY4" fmla="*/ 4463690 h 12817078"/>
                <a:gd name="connsiteX5" fmla="*/ 4179871 w 13299598"/>
                <a:gd name="connsiteY5" fmla="*/ 1502145 h 12817078"/>
                <a:gd name="connsiteX6" fmla="*/ 10218981 w 13299598"/>
                <a:gd name="connsiteY6" fmla="*/ 0 h 12817078"/>
                <a:gd name="connsiteX7" fmla="*/ 12890478 w 13299598"/>
                <a:gd name="connsiteY7" fmla="*/ 647266 h 12817078"/>
                <a:gd name="connsiteX8" fmla="*/ 13299598 w 13299598"/>
                <a:gd name="connsiteY8" fmla="*/ 1550995 h 12817078"/>
                <a:gd name="connsiteX9" fmla="*/ 13156100 w 13299598"/>
                <a:gd name="connsiteY9" fmla="*/ 2134144 h 12817078"/>
                <a:gd name="connsiteX10" fmla="*/ 12487463 w 13299598"/>
                <a:gd name="connsiteY10" fmla="*/ 3056193 h 12817078"/>
                <a:gd name="connsiteX11" fmla="*/ 12304274 w 13299598"/>
                <a:gd name="connsiteY11" fmla="*/ 3260753 h 12817078"/>
                <a:gd name="connsiteX12" fmla="*/ 11455502 w 13299598"/>
                <a:gd name="connsiteY12" fmla="*/ 4271342 h 12817078"/>
                <a:gd name="connsiteX13" fmla="*/ 10249512 w 13299598"/>
                <a:gd name="connsiteY13" fmla="*/ 7983959 h 12817078"/>
                <a:gd name="connsiteX14" fmla="*/ 10200661 w 13299598"/>
                <a:gd name="connsiteY14" fmla="*/ 8359495 h 12817078"/>
                <a:gd name="connsiteX15" fmla="*/ 5129397 w 13299598"/>
                <a:gd name="connsiteY15" fmla="*/ 12817078 h 1281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299598" h="12817078">
                  <a:moveTo>
                    <a:pt x="5132451" y="12814026"/>
                  </a:moveTo>
                  <a:cubicBezTo>
                    <a:pt x="4900412" y="12814026"/>
                    <a:pt x="4668374" y="12798759"/>
                    <a:pt x="4436335" y="12765175"/>
                  </a:cubicBezTo>
                  <a:cubicBezTo>
                    <a:pt x="3837919" y="12682741"/>
                    <a:pt x="3263929" y="12499551"/>
                    <a:pt x="2732683" y="12218663"/>
                  </a:cubicBezTo>
                  <a:cubicBezTo>
                    <a:pt x="836684" y="11214180"/>
                    <a:pt x="-241075" y="9104461"/>
                    <a:pt x="45921" y="6967264"/>
                  </a:cubicBezTo>
                  <a:cubicBezTo>
                    <a:pt x="125302" y="6368849"/>
                    <a:pt x="302384" y="5459013"/>
                    <a:pt x="897746" y="4463690"/>
                  </a:cubicBezTo>
                  <a:cubicBezTo>
                    <a:pt x="1593862" y="3300444"/>
                    <a:pt x="2699099" y="2305120"/>
                    <a:pt x="4179871" y="1502145"/>
                  </a:cubicBezTo>
                  <a:cubicBezTo>
                    <a:pt x="5898789" y="577043"/>
                    <a:pt x="8210015" y="0"/>
                    <a:pt x="10218981" y="0"/>
                  </a:cubicBezTo>
                  <a:cubicBezTo>
                    <a:pt x="11492139" y="0"/>
                    <a:pt x="12466091" y="235092"/>
                    <a:pt x="12890478" y="647266"/>
                  </a:cubicBezTo>
                  <a:cubicBezTo>
                    <a:pt x="13149994" y="876251"/>
                    <a:pt x="13299598" y="1205990"/>
                    <a:pt x="13299598" y="1550995"/>
                  </a:cubicBezTo>
                  <a:cubicBezTo>
                    <a:pt x="13299598" y="1755555"/>
                    <a:pt x="13250748" y="1957062"/>
                    <a:pt x="13156100" y="2134144"/>
                  </a:cubicBezTo>
                  <a:cubicBezTo>
                    <a:pt x="13024815" y="2427246"/>
                    <a:pt x="12801936" y="2702028"/>
                    <a:pt x="12487463" y="3056193"/>
                  </a:cubicBezTo>
                  <a:cubicBezTo>
                    <a:pt x="12426400" y="3123361"/>
                    <a:pt x="12365337" y="3190531"/>
                    <a:pt x="12304274" y="3260753"/>
                  </a:cubicBezTo>
                  <a:cubicBezTo>
                    <a:pt x="12038651" y="3553854"/>
                    <a:pt x="11736390" y="3886646"/>
                    <a:pt x="11455502" y="4271342"/>
                  </a:cubicBezTo>
                  <a:cubicBezTo>
                    <a:pt x="10560932" y="5498704"/>
                    <a:pt x="10386903" y="6875670"/>
                    <a:pt x="10249512" y="7983959"/>
                  </a:cubicBezTo>
                  <a:cubicBezTo>
                    <a:pt x="10234246" y="8112191"/>
                    <a:pt x="10218981" y="8237370"/>
                    <a:pt x="10200661" y="8359495"/>
                  </a:cubicBezTo>
                  <a:cubicBezTo>
                    <a:pt x="9858710" y="10902760"/>
                    <a:pt x="7675715" y="12817078"/>
                    <a:pt x="5129397" y="12817078"/>
                  </a:cubicBezTo>
                  <a:close/>
                </a:path>
              </a:pathLst>
            </a:custGeom>
            <a:gradFill>
              <a:gsLst>
                <a:gs pos="0">
                  <a:srgbClr val="0BD7A1"/>
                </a:gs>
                <a:gs pos="100000">
                  <a:srgbClr val="0D09B5"/>
                </a:gs>
              </a:gsLst>
              <a:lin ang="18600000" scaled="0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397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dirty="0"/>
            </a:p>
          </p:txBody>
        </p:sp>
        <p:sp>
          <p:nvSpPr>
            <p:cNvPr id="13" name="Deep Blue">
              <a:extLst>
                <a:ext uri="{FF2B5EF4-FFF2-40B4-BE49-F238E27FC236}">
                  <a16:creationId xmlns:a16="http://schemas.microsoft.com/office/drawing/2014/main" id="{9A7E6BD9-28A8-3C44-3BDD-EBBF75FE7DFC}"/>
                </a:ext>
              </a:extLst>
            </p:cNvPr>
            <p:cNvSpPr/>
            <p:nvPr userDrawn="1"/>
          </p:nvSpPr>
          <p:spPr bwMode="gray">
            <a:xfrm rot="10800000">
              <a:off x="8179330" y="-126252"/>
              <a:ext cx="5793333" cy="5583147"/>
            </a:xfrm>
            <a:custGeom>
              <a:avLst/>
              <a:gdLst>
                <a:gd name="connsiteX0" fmla="*/ 5132451 w 13299598"/>
                <a:gd name="connsiteY0" fmla="*/ 12814026 h 12817078"/>
                <a:gd name="connsiteX1" fmla="*/ 4436335 w 13299598"/>
                <a:gd name="connsiteY1" fmla="*/ 12765175 h 12817078"/>
                <a:gd name="connsiteX2" fmla="*/ 2732683 w 13299598"/>
                <a:gd name="connsiteY2" fmla="*/ 12218663 h 12817078"/>
                <a:gd name="connsiteX3" fmla="*/ 45921 w 13299598"/>
                <a:gd name="connsiteY3" fmla="*/ 6967264 h 12817078"/>
                <a:gd name="connsiteX4" fmla="*/ 897746 w 13299598"/>
                <a:gd name="connsiteY4" fmla="*/ 4463690 h 12817078"/>
                <a:gd name="connsiteX5" fmla="*/ 4179871 w 13299598"/>
                <a:gd name="connsiteY5" fmla="*/ 1502145 h 12817078"/>
                <a:gd name="connsiteX6" fmla="*/ 10218981 w 13299598"/>
                <a:gd name="connsiteY6" fmla="*/ 0 h 12817078"/>
                <a:gd name="connsiteX7" fmla="*/ 12890478 w 13299598"/>
                <a:gd name="connsiteY7" fmla="*/ 647266 h 12817078"/>
                <a:gd name="connsiteX8" fmla="*/ 13299598 w 13299598"/>
                <a:gd name="connsiteY8" fmla="*/ 1550995 h 12817078"/>
                <a:gd name="connsiteX9" fmla="*/ 13156100 w 13299598"/>
                <a:gd name="connsiteY9" fmla="*/ 2134144 h 12817078"/>
                <a:gd name="connsiteX10" fmla="*/ 12487463 w 13299598"/>
                <a:gd name="connsiteY10" fmla="*/ 3056193 h 12817078"/>
                <a:gd name="connsiteX11" fmla="*/ 12304274 w 13299598"/>
                <a:gd name="connsiteY11" fmla="*/ 3260753 h 12817078"/>
                <a:gd name="connsiteX12" fmla="*/ 11455502 w 13299598"/>
                <a:gd name="connsiteY12" fmla="*/ 4271342 h 12817078"/>
                <a:gd name="connsiteX13" fmla="*/ 10249512 w 13299598"/>
                <a:gd name="connsiteY13" fmla="*/ 7983959 h 12817078"/>
                <a:gd name="connsiteX14" fmla="*/ 10200661 w 13299598"/>
                <a:gd name="connsiteY14" fmla="*/ 8359495 h 12817078"/>
                <a:gd name="connsiteX15" fmla="*/ 5129397 w 13299598"/>
                <a:gd name="connsiteY15" fmla="*/ 12817078 h 1281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299598" h="12817078">
                  <a:moveTo>
                    <a:pt x="5132451" y="12814026"/>
                  </a:moveTo>
                  <a:cubicBezTo>
                    <a:pt x="4900412" y="12814026"/>
                    <a:pt x="4668374" y="12798759"/>
                    <a:pt x="4436335" y="12765175"/>
                  </a:cubicBezTo>
                  <a:cubicBezTo>
                    <a:pt x="3837919" y="12682741"/>
                    <a:pt x="3263929" y="12499551"/>
                    <a:pt x="2732683" y="12218663"/>
                  </a:cubicBezTo>
                  <a:cubicBezTo>
                    <a:pt x="836684" y="11214180"/>
                    <a:pt x="-241075" y="9104461"/>
                    <a:pt x="45921" y="6967264"/>
                  </a:cubicBezTo>
                  <a:cubicBezTo>
                    <a:pt x="125302" y="6368849"/>
                    <a:pt x="302384" y="5459013"/>
                    <a:pt x="897746" y="4463690"/>
                  </a:cubicBezTo>
                  <a:cubicBezTo>
                    <a:pt x="1593862" y="3300444"/>
                    <a:pt x="2699099" y="2305120"/>
                    <a:pt x="4179871" y="1502145"/>
                  </a:cubicBezTo>
                  <a:cubicBezTo>
                    <a:pt x="5898789" y="577043"/>
                    <a:pt x="8210015" y="0"/>
                    <a:pt x="10218981" y="0"/>
                  </a:cubicBezTo>
                  <a:cubicBezTo>
                    <a:pt x="11492139" y="0"/>
                    <a:pt x="12466091" y="235092"/>
                    <a:pt x="12890478" y="647266"/>
                  </a:cubicBezTo>
                  <a:cubicBezTo>
                    <a:pt x="13149994" y="876251"/>
                    <a:pt x="13299598" y="1205990"/>
                    <a:pt x="13299598" y="1550995"/>
                  </a:cubicBezTo>
                  <a:cubicBezTo>
                    <a:pt x="13299598" y="1755555"/>
                    <a:pt x="13250748" y="1957062"/>
                    <a:pt x="13156100" y="2134144"/>
                  </a:cubicBezTo>
                  <a:cubicBezTo>
                    <a:pt x="13024815" y="2427246"/>
                    <a:pt x="12801936" y="2702028"/>
                    <a:pt x="12487463" y="3056193"/>
                  </a:cubicBezTo>
                  <a:cubicBezTo>
                    <a:pt x="12426400" y="3123361"/>
                    <a:pt x="12365337" y="3190531"/>
                    <a:pt x="12304274" y="3260753"/>
                  </a:cubicBezTo>
                  <a:cubicBezTo>
                    <a:pt x="12038651" y="3553854"/>
                    <a:pt x="11736390" y="3886646"/>
                    <a:pt x="11455502" y="4271342"/>
                  </a:cubicBezTo>
                  <a:cubicBezTo>
                    <a:pt x="10560932" y="5498704"/>
                    <a:pt x="10386903" y="6875670"/>
                    <a:pt x="10249512" y="7983959"/>
                  </a:cubicBezTo>
                  <a:cubicBezTo>
                    <a:pt x="10234246" y="8112191"/>
                    <a:pt x="10218981" y="8237370"/>
                    <a:pt x="10200661" y="8359495"/>
                  </a:cubicBezTo>
                  <a:cubicBezTo>
                    <a:pt x="9858710" y="10902760"/>
                    <a:pt x="7675715" y="12817078"/>
                    <a:pt x="5129397" y="12817078"/>
                  </a:cubicBez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397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82887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4" userDrawn="1">
          <p15:clr>
            <a:srgbClr val="F26B43"/>
          </p15:clr>
        </p15:guide>
        <p15:guide id="2" pos="3659" userDrawn="1">
          <p15:clr>
            <a:srgbClr val="F26B43"/>
          </p15:clr>
        </p15:guide>
        <p15:guide id="3" orient="horz" pos="1525" userDrawn="1">
          <p15:clr>
            <a:srgbClr val="F26B43"/>
          </p15:clr>
        </p15:guide>
        <p15:guide id="4" orient="horz" pos="2886" userDrawn="1">
          <p15:clr>
            <a:srgbClr val="F26B43"/>
          </p15:clr>
        </p15:guide>
        <p15:guide id="5" orient="horz" pos="179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ogo cover">
            <a:extLst>
              <a:ext uri="{FF2B5EF4-FFF2-40B4-BE49-F238E27FC236}">
                <a16:creationId xmlns:a16="http://schemas.microsoft.com/office/drawing/2014/main" id="{FFEC8112-197C-6C9E-0E38-0A441AC3A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0776520" y="6165304"/>
            <a:ext cx="1415480" cy="692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evoila">
            <a:extLst>
              <a:ext uri="{FF2B5EF4-FFF2-40B4-BE49-F238E27FC236}">
                <a16:creationId xmlns:a16="http://schemas.microsoft.com/office/drawing/2014/main" id="{E56B3B55-BBA4-DB55-7D71-9175939A432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623392" y="620720"/>
            <a:ext cx="1200000" cy="28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952388-944E-0591-329C-9E623A9AFC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912000" y="2852936"/>
            <a:ext cx="3167875" cy="2376264"/>
          </a:xfrm>
        </p:spPr>
        <p:txBody>
          <a:bodyPr lIns="0" anchor="t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17CB2-EB8E-F35F-05C5-4635FD29F1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912000" y="2420938"/>
            <a:ext cx="3168000" cy="215551"/>
          </a:xfrm>
        </p:spPr>
        <p:txBody>
          <a:bodyPr lIns="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9pPr>
          </a:lstStyle>
          <a:p>
            <a:r>
              <a:rPr lang="en-US" dirty="0"/>
              <a:t>This is an optional top line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D3E0835-564B-D48B-C87F-B41A52017C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232400" y="260350"/>
            <a:ext cx="6696249" cy="6336978"/>
          </a:xfrm>
          <a:prstGeom prst="roundRect">
            <a:avLst>
              <a:gd name="adj" fmla="val 6814"/>
            </a:avLst>
          </a:prstGeom>
        </p:spPr>
        <p:txBody>
          <a:bodyPr bIns="432000" anchor="ctr"/>
          <a:lstStyle>
            <a:lvl1pPr algn="ctr">
              <a:defRPr sz="1000"/>
            </a:lvl1pPr>
          </a:lstStyle>
          <a:p>
            <a:r>
              <a:rPr lang="de-DE" dirty="0"/>
              <a:t>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147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4" userDrawn="1">
          <p15:clr>
            <a:srgbClr val="F26B43"/>
          </p15:clr>
        </p15:guide>
        <p15:guide id="3" pos="3296" userDrawn="1">
          <p15:clr>
            <a:srgbClr val="F26B43"/>
          </p15:clr>
        </p15:guide>
        <p15:guide id="4" orient="horz" pos="1525" userDrawn="1">
          <p15:clr>
            <a:srgbClr val="F26B43"/>
          </p15:clr>
        </p15:guide>
        <p15:guide id="5" orient="horz" pos="3294" userDrawn="1">
          <p15:clr>
            <a:srgbClr val="F26B43"/>
          </p15:clr>
        </p15:guide>
        <p15:guide id="6" pos="2570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| Full picture 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ogo cover">
            <a:extLst>
              <a:ext uri="{FF2B5EF4-FFF2-40B4-BE49-F238E27FC236}">
                <a16:creationId xmlns:a16="http://schemas.microsoft.com/office/drawing/2014/main" id="{FFEC8112-197C-6C9E-0E38-0A441AC3A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0776520" y="6165304"/>
            <a:ext cx="1415480" cy="692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D3E0835-564B-D48B-C87F-B41A52017C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bIns="432000" anchor="ctr"/>
          <a:lstStyle>
            <a:lvl1pPr algn="ctr">
              <a:defRPr sz="1000"/>
            </a:lvl1pPr>
          </a:lstStyle>
          <a:p>
            <a:r>
              <a:rPr lang="de-DE" dirty="0"/>
              <a:t>Picture</a:t>
            </a:r>
            <a:endParaRPr lang="en-US" dirty="0"/>
          </a:p>
        </p:txBody>
      </p:sp>
      <p:sp>
        <p:nvSpPr>
          <p:cNvPr id="5" name="evoila">
            <a:extLst>
              <a:ext uri="{FF2B5EF4-FFF2-40B4-BE49-F238E27FC236}">
                <a16:creationId xmlns:a16="http://schemas.microsoft.com/office/drawing/2014/main" id="{D270E5E8-819F-B278-FEDA-FB0EA422FD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23392" y="620720"/>
            <a:ext cx="1198800" cy="28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800" b="0">
                <a:solidFill>
                  <a:schemeClr val="tx1">
                    <a:alpha val="0"/>
                  </a:schemeClr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800" b="0">
                <a:solidFill>
                  <a:schemeClr val="tx1">
                    <a:alpha val="0"/>
                  </a:schemeClr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chemeClr val="tx1">
                    <a:alpha val="0"/>
                  </a:schemeClr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chemeClr val="tx1">
                    <a:alpha val="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800" b="0">
                <a:solidFill>
                  <a:schemeClr val="tx1">
                    <a:alpha val="0"/>
                  </a:schemeClr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800" b="0">
                <a:solidFill>
                  <a:schemeClr val="tx1">
                    <a:alpha val="0"/>
                  </a:schemeClr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chemeClr val="tx1">
                    <a:alpha val="0"/>
                  </a:schemeClr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chemeClr val="tx1">
                    <a:alpha val="0"/>
                  </a:schemeClr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chemeClr val="tx1">
                    <a:alpha val="0"/>
                  </a:schemeClr>
                </a:solidFill>
              </a:defRPr>
            </a:lvl9pPr>
          </a:lstStyle>
          <a:p>
            <a:pPr lvl="0"/>
            <a:r>
              <a:rPr lang="en-US" dirty="0"/>
              <a:t xml:space="preserve"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52388-944E-0591-329C-9E623A9AFC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912000" y="2852936"/>
            <a:ext cx="3167875" cy="2376264"/>
          </a:xfrm>
        </p:spPr>
        <p:txBody>
          <a:bodyPr lIns="0" anchor="t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17CB2-EB8E-F35F-05C5-4635FD29F1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912000" y="2420938"/>
            <a:ext cx="3168000" cy="215551"/>
          </a:xfrm>
        </p:spPr>
        <p:txBody>
          <a:bodyPr lIns="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9pPr>
          </a:lstStyle>
          <a:p>
            <a:r>
              <a:rPr lang="en-US" dirty="0"/>
              <a:t>This is an optional top line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</p:spTree>
    <p:extLst>
      <p:ext uri="{BB962C8B-B14F-4D97-AF65-F5344CB8AC3E}">
        <p14:creationId xmlns:p14="http://schemas.microsoft.com/office/powerpoint/2010/main" val="288404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4" userDrawn="1">
          <p15:clr>
            <a:srgbClr val="F26B43"/>
          </p15:clr>
        </p15:guide>
        <p15:guide id="4" orient="horz" pos="1071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pos="728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| Full picture 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ogo cover">
            <a:extLst>
              <a:ext uri="{FF2B5EF4-FFF2-40B4-BE49-F238E27FC236}">
                <a16:creationId xmlns:a16="http://schemas.microsoft.com/office/drawing/2014/main" id="{FFEC8112-197C-6C9E-0E38-0A441AC3A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0776520" y="6165304"/>
            <a:ext cx="1415480" cy="6926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D3E0835-564B-D48B-C87F-B41A52017C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tx1"/>
          </a:solidFill>
        </p:spPr>
        <p:txBody>
          <a:bodyPr bIns="432000" anchor="ctr"/>
          <a:lstStyle>
            <a:lvl1pPr algn="ctr">
              <a:defRPr sz="1000"/>
            </a:lvl1pPr>
          </a:lstStyle>
          <a:p>
            <a:r>
              <a:rPr lang="de-DE" dirty="0"/>
              <a:t>Picture</a:t>
            </a:r>
            <a:endParaRPr lang="en-US" dirty="0"/>
          </a:p>
        </p:txBody>
      </p:sp>
      <p:sp>
        <p:nvSpPr>
          <p:cNvPr id="5" name="evoila">
            <a:extLst>
              <a:ext uri="{FF2B5EF4-FFF2-40B4-BE49-F238E27FC236}">
                <a16:creationId xmlns:a16="http://schemas.microsoft.com/office/drawing/2014/main" id="{D270E5E8-819F-B278-FEDA-FB0EA422FD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23392" y="620720"/>
            <a:ext cx="1198800" cy="28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800" b="0">
                <a:solidFill>
                  <a:schemeClr val="tx1">
                    <a:alpha val="0"/>
                  </a:schemeClr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800" b="0">
                <a:solidFill>
                  <a:schemeClr val="tx1">
                    <a:alpha val="0"/>
                  </a:schemeClr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chemeClr val="tx1">
                    <a:alpha val="0"/>
                  </a:schemeClr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chemeClr val="tx1">
                    <a:alpha val="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800" b="0">
                <a:solidFill>
                  <a:schemeClr val="tx1">
                    <a:alpha val="0"/>
                  </a:schemeClr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800" b="0">
                <a:solidFill>
                  <a:schemeClr val="tx1">
                    <a:alpha val="0"/>
                  </a:schemeClr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chemeClr val="tx1">
                    <a:alpha val="0"/>
                  </a:schemeClr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chemeClr val="tx1">
                    <a:alpha val="0"/>
                  </a:schemeClr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chemeClr val="tx1">
                    <a:alpha val="0"/>
                  </a:schemeClr>
                </a:solidFill>
              </a:defRPr>
            </a:lvl9pPr>
          </a:lstStyle>
          <a:p>
            <a:pPr lvl="0"/>
            <a:r>
              <a:rPr lang="en-US" dirty="0"/>
              <a:t xml:space="preserve"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52388-944E-0591-329C-9E623A9AFC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912000" y="2852936"/>
            <a:ext cx="3167875" cy="2376264"/>
          </a:xfrm>
        </p:spPr>
        <p:txBody>
          <a:bodyPr lIns="0" anchor="t"/>
          <a:lstStyle>
            <a:lvl1pPr algn="l"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17CB2-EB8E-F35F-05C5-4635FD29F1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912000" y="2420938"/>
            <a:ext cx="3168000" cy="215551"/>
          </a:xfrm>
        </p:spPr>
        <p:txBody>
          <a:bodyPr lIns="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US" dirty="0"/>
              <a:t>This is an optional top line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</p:spTree>
    <p:extLst>
      <p:ext uri="{BB962C8B-B14F-4D97-AF65-F5344CB8AC3E}">
        <p14:creationId xmlns:p14="http://schemas.microsoft.com/office/powerpoint/2010/main" val="49687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4" userDrawn="1">
          <p15:clr>
            <a:srgbClr val="F26B43"/>
          </p15:clr>
        </p15:guide>
        <p15:guide id="4" orient="horz" pos="1071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pos="7287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tage">
            <a:extLst>
              <a:ext uri="{FF2B5EF4-FFF2-40B4-BE49-F238E27FC236}">
                <a16:creationId xmlns:a16="http://schemas.microsoft.com/office/drawing/2014/main" id="{4F461B3C-D3B7-F9CB-A75C-052E3B966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263352" y="260648"/>
            <a:ext cx="11665296" cy="5760640"/>
          </a:xfrm>
          <a:prstGeom prst="roundRect">
            <a:avLst>
              <a:gd name="adj" fmla="val 7496"/>
            </a:avLst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US" sz="1200" noProof="0" dirty="0">
              <a:solidFill>
                <a:schemeClr val="tx1"/>
              </a:solidFill>
            </a:endParaRP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B0EE4124-90BF-21C6-3665-570C0E76E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noProof="0" dirty="0"/>
              <a:t>Optional Footer | Title of presentation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9F3F9190-B87C-C0FF-299A-179BC6398E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EC747239-E02D-4B45-A737-82900F3DA76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itel">
            <a:extLst>
              <a:ext uri="{FF2B5EF4-FFF2-40B4-BE49-F238E27FC236}">
                <a16:creationId xmlns:a16="http://schemas.microsoft.com/office/drawing/2014/main" id="{CA11A77F-647B-5D5E-4650-49D5AC1323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231904" y="548680"/>
            <a:ext cx="5184000" cy="432000"/>
          </a:xfrm>
        </p:spPr>
        <p:txBody>
          <a:bodyPr/>
          <a:lstStyle/>
          <a:p>
            <a:r>
              <a:rPr lang="en-US" noProof="0" dirty="0"/>
              <a:t>Slide title</a:t>
            </a:r>
          </a:p>
        </p:txBody>
      </p:sp>
      <p:grpSp>
        <p:nvGrpSpPr>
          <p:cNvPr id="22" name="Key Visual">
            <a:extLst>
              <a:ext uri="{FF2B5EF4-FFF2-40B4-BE49-F238E27FC236}">
                <a16:creationId xmlns:a16="http://schemas.microsoft.com/office/drawing/2014/main" id="{CD9BDF68-ECA2-F288-8119-CCB22EE21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375579" y="-564525"/>
            <a:ext cx="7239331" cy="8479814"/>
            <a:chOff x="-3375579" y="-564525"/>
            <a:chExt cx="7239331" cy="8479814"/>
          </a:xfrm>
        </p:grpSpPr>
        <p:sp>
          <p:nvSpPr>
            <p:cNvPr id="24" name="Green">
              <a:extLst>
                <a:ext uri="{FF2B5EF4-FFF2-40B4-BE49-F238E27FC236}">
                  <a16:creationId xmlns:a16="http://schemas.microsoft.com/office/drawing/2014/main" id="{6F34D6A2-2467-5966-FF05-5A94753E0D4C}"/>
                </a:ext>
              </a:extLst>
            </p:cNvPr>
            <p:cNvSpPr/>
            <p:nvPr userDrawn="1"/>
          </p:nvSpPr>
          <p:spPr bwMode="ltGray">
            <a:xfrm rot="5400000">
              <a:off x="-3480672" y="-459432"/>
              <a:ext cx="5793333" cy="5583147"/>
            </a:xfrm>
            <a:custGeom>
              <a:avLst/>
              <a:gdLst>
                <a:gd name="connsiteX0" fmla="*/ 5132451 w 13299598"/>
                <a:gd name="connsiteY0" fmla="*/ 12814026 h 12817078"/>
                <a:gd name="connsiteX1" fmla="*/ 4436335 w 13299598"/>
                <a:gd name="connsiteY1" fmla="*/ 12765175 h 12817078"/>
                <a:gd name="connsiteX2" fmla="*/ 2732683 w 13299598"/>
                <a:gd name="connsiteY2" fmla="*/ 12218663 h 12817078"/>
                <a:gd name="connsiteX3" fmla="*/ 45921 w 13299598"/>
                <a:gd name="connsiteY3" fmla="*/ 6967264 h 12817078"/>
                <a:gd name="connsiteX4" fmla="*/ 897746 w 13299598"/>
                <a:gd name="connsiteY4" fmla="*/ 4463690 h 12817078"/>
                <a:gd name="connsiteX5" fmla="*/ 4179871 w 13299598"/>
                <a:gd name="connsiteY5" fmla="*/ 1502145 h 12817078"/>
                <a:gd name="connsiteX6" fmla="*/ 10218981 w 13299598"/>
                <a:gd name="connsiteY6" fmla="*/ 0 h 12817078"/>
                <a:gd name="connsiteX7" fmla="*/ 12890478 w 13299598"/>
                <a:gd name="connsiteY7" fmla="*/ 647266 h 12817078"/>
                <a:gd name="connsiteX8" fmla="*/ 13299598 w 13299598"/>
                <a:gd name="connsiteY8" fmla="*/ 1550995 h 12817078"/>
                <a:gd name="connsiteX9" fmla="*/ 13156100 w 13299598"/>
                <a:gd name="connsiteY9" fmla="*/ 2134144 h 12817078"/>
                <a:gd name="connsiteX10" fmla="*/ 12487463 w 13299598"/>
                <a:gd name="connsiteY10" fmla="*/ 3056193 h 12817078"/>
                <a:gd name="connsiteX11" fmla="*/ 12304274 w 13299598"/>
                <a:gd name="connsiteY11" fmla="*/ 3260753 h 12817078"/>
                <a:gd name="connsiteX12" fmla="*/ 11455502 w 13299598"/>
                <a:gd name="connsiteY12" fmla="*/ 4271342 h 12817078"/>
                <a:gd name="connsiteX13" fmla="*/ 10249512 w 13299598"/>
                <a:gd name="connsiteY13" fmla="*/ 7983959 h 12817078"/>
                <a:gd name="connsiteX14" fmla="*/ 10200661 w 13299598"/>
                <a:gd name="connsiteY14" fmla="*/ 8359495 h 12817078"/>
                <a:gd name="connsiteX15" fmla="*/ 5129397 w 13299598"/>
                <a:gd name="connsiteY15" fmla="*/ 12817078 h 1281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299598" h="12817078">
                  <a:moveTo>
                    <a:pt x="5132451" y="12814026"/>
                  </a:moveTo>
                  <a:cubicBezTo>
                    <a:pt x="4900412" y="12814026"/>
                    <a:pt x="4668374" y="12798759"/>
                    <a:pt x="4436335" y="12765175"/>
                  </a:cubicBezTo>
                  <a:cubicBezTo>
                    <a:pt x="3837919" y="12682741"/>
                    <a:pt x="3263929" y="12499551"/>
                    <a:pt x="2732683" y="12218663"/>
                  </a:cubicBezTo>
                  <a:cubicBezTo>
                    <a:pt x="836684" y="11214180"/>
                    <a:pt x="-241075" y="9104461"/>
                    <a:pt x="45921" y="6967264"/>
                  </a:cubicBezTo>
                  <a:cubicBezTo>
                    <a:pt x="125302" y="6368849"/>
                    <a:pt x="302384" y="5459013"/>
                    <a:pt x="897746" y="4463690"/>
                  </a:cubicBezTo>
                  <a:cubicBezTo>
                    <a:pt x="1593862" y="3300444"/>
                    <a:pt x="2699099" y="2305120"/>
                    <a:pt x="4179871" y="1502145"/>
                  </a:cubicBezTo>
                  <a:cubicBezTo>
                    <a:pt x="5898789" y="577043"/>
                    <a:pt x="8210015" y="0"/>
                    <a:pt x="10218981" y="0"/>
                  </a:cubicBezTo>
                  <a:cubicBezTo>
                    <a:pt x="11492139" y="0"/>
                    <a:pt x="12466091" y="235092"/>
                    <a:pt x="12890478" y="647266"/>
                  </a:cubicBezTo>
                  <a:cubicBezTo>
                    <a:pt x="13149994" y="876251"/>
                    <a:pt x="13299598" y="1205990"/>
                    <a:pt x="13299598" y="1550995"/>
                  </a:cubicBezTo>
                  <a:cubicBezTo>
                    <a:pt x="13299598" y="1755555"/>
                    <a:pt x="13250748" y="1957062"/>
                    <a:pt x="13156100" y="2134144"/>
                  </a:cubicBezTo>
                  <a:cubicBezTo>
                    <a:pt x="13024815" y="2427246"/>
                    <a:pt x="12801936" y="2702028"/>
                    <a:pt x="12487463" y="3056193"/>
                  </a:cubicBezTo>
                  <a:cubicBezTo>
                    <a:pt x="12426400" y="3123361"/>
                    <a:pt x="12365337" y="3190531"/>
                    <a:pt x="12304274" y="3260753"/>
                  </a:cubicBezTo>
                  <a:cubicBezTo>
                    <a:pt x="12038651" y="3553854"/>
                    <a:pt x="11736390" y="3886646"/>
                    <a:pt x="11455502" y="4271342"/>
                  </a:cubicBezTo>
                  <a:cubicBezTo>
                    <a:pt x="10560932" y="5498704"/>
                    <a:pt x="10386903" y="6875670"/>
                    <a:pt x="10249512" y="7983959"/>
                  </a:cubicBezTo>
                  <a:cubicBezTo>
                    <a:pt x="10234246" y="8112191"/>
                    <a:pt x="10218981" y="8237370"/>
                    <a:pt x="10200661" y="8359495"/>
                  </a:cubicBezTo>
                  <a:cubicBezTo>
                    <a:pt x="9858710" y="10902760"/>
                    <a:pt x="7675715" y="12817078"/>
                    <a:pt x="5129397" y="12817078"/>
                  </a:cubicBezTo>
                  <a:close/>
                </a:path>
              </a:pathLst>
            </a:custGeom>
            <a:solidFill>
              <a:srgbClr val="0BD7A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397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noProof="0" dirty="0"/>
            </a:p>
          </p:txBody>
        </p:sp>
        <p:sp>
          <p:nvSpPr>
            <p:cNvPr id="25" name="Deep Blue">
              <a:extLst>
                <a:ext uri="{FF2B5EF4-FFF2-40B4-BE49-F238E27FC236}">
                  <a16:creationId xmlns:a16="http://schemas.microsoft.com/office/drawing/2014/main" id="{F7CBF1D5-6221-BA12-3D32-432033CC0225}"/>
                </a:ext>
              </a:extLst>
            </p:cNvPr>
            <p:cNvSpPr/>
            <p:nvPr userDrawn="1"/>
          </p:nvSpPr>
          <p:spPr bwMode="ltGray">
            <a:xfrm>
              <a:off x="-1929581" y="2332142"/>
              <a:ext cx="5793333" cy="5583147"/>
            </a:xfrm>
            <a:custGeom>
              <a:avLst/>
              <a:gdLst>
                <a:gd name="connsiteX0" fmla="*/ 5132451 w 13299598"/>
                <a:gd name="connsiteY0" fmla="*/ 12814026 h 12817078"/>
                <a:gd name="connsiteX1" fmla="*/ 4436335 w 13299598"/>
                <a:gd name="connsiteY1" fmla="*/ 12765175 h 12817078"/>
                <a:gd name="connsiteX2" fmla="*/ 2732683 w 13299598"/>
                <a:gd name="connsiteY2" fmla="*/ 12218663 h 12817078"/>
                <a:gd name="connsiteX3" fmla="*/ 45921 w 13299598"/>
                <a:gd name="connsiteY3" fmla="*/ 6967264 h 12817078"/>
                <a:gd name="connsiteX4" fmla="*/ 897746 w 13299598"/>
                <a:gd name="connsiteY4" fmla="*/ 4463690 h 12817078"/>
                <a:gd name="connsiteX5" fmla="*/ 4179871 w 13299598"/>
                <a:gd name="connsiteY5" fmla="*/ 1502145 h 12817078"/>
                <a:gd name="connsiteX6" fmla="*/ 10218981 w 13299598"/>
                <a:gd name="connsiteY6" fmla="*/ 0 h 12817078"/>
                <a:gd name="connsiteX7" fmla="*/ 12890478 w 13299598"/>
                <a:gd name="connsiteY7" fmla="*/ 647266 h 12817078"/>
                <a:gd name="connsiteX8" fmla="*/ 13299598 w 13299598"/>
                <a:gd name="connsiteY8" fmla="*/ 1550995 h 12817078"/>
                <a:gd name="connsiteX9" fmla="*/ 13156100 w 13299598"/>
                <a:gd name="connsiteY9" fmla="*/ 2134144 h 12817078"/>
                <a:gd name="connsiteX10" fmla="*/ 12487463 w 13299598"/>
                <a:gd name="connsiteY10" fmla="*/ 3056193 h 12817078"/>
                <a:gd name="connsiteX11" fmla="*/ 12304274 w 13299598"/>
                <a:gd name="connsiteY11" fmla="*/ 3260753 h 12817078"/>
                <a:gd name="connsiteX12" fmla="*/ 11455502 w 13299598"/>
                <a:gd name="connsiteY12" fmla="*/ 4271342 h 12817078"/>
                <a:gd name="connsiteX13" fmla="*/ 10249512 w 13299598"/>
                <a:gd name="connsiteY13" fmla="*/ 7983959 h 12817078"/>
                <a:gd name="connsiteX14" fmla="*/ 10200661 w 13299598"/>
                <a:gd name="connsiteY14" fmla="*/ 8359495 h 12817078"/>
                <a:gd name="connsiteX15" fmla="*/ 5129397 w 13299598"/>
                <a:gd name="connsiteY15" fmla="*/ 12817078 h 1281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299598" h="12817078">
                  <a:moveTo>
                    <a:pt x="5132451" y="12814026"/>
                  </a:moveTo>
                  <a:cubicBezTo>
                    <a:pt x="4900412" y="12814026"/>
                    <a:pt x="4668374" y="12798759"/>
                    <a:pt x="4436335" y="12765175"/>
                  </a:cubicBezTo>
                  <a:cubicBezTo>
                    <a:pt x="3837919" y="12682741"/>
                    <a:pt x="3263929" y="12499551"/>
                    <a:pt x="2732683" y="12218663"/>
                  </a:cubicBezTo>
                  <a:cubicBezTo>
                    <a:pt x="836684" y="11214180"/>
                    <a:pt x="-241075" y="9104461"/>
                    <a:pt x="45921" y="6967264"/>
                  </a:cubicBezTo>
                  <a:cubicBezTo>
                    <a:pt x="125302" y="6368849"/>
                    <a:pt x="302384" y="5459013"/>
                    <a:pt x="897746" y="4463690"/>
                  </a:cubicBezTo>
                  <a:cubicBezTo>
                    <a:pt x="1593862" y="3300444"/>
                    <a:pt x="2699099" y="2305120"/>
                    <a:pt x="4179871" y="1502145"/>
                  </a:cubicBezTo>
                  <a:cubicBezTo>
                    <a:pt x="5898789" y="577043"/>
                    <a:pt x="8210015" y="0"/>
                    <a:pt x="10218981" y="0"/>
                  </a:cubicBezTo>
                  <a:cubicBezTo>
                    <a:pt x="11492139" y="0"/>
                    <a:pt x="12466091" y="235092"/>
                    <a:pt x="12890478" y="647266"/>
                  </a:cubicBezTo>
                  <a:cubicBezTo>
                    <a:pt x="13149994" y="876251"/>
                    <a:pt x="13299598" y="1205990"/>
                    <a:pt x="13299598" y="1550995"/>
                  </a:cubicBezTo>
                  <a:cubicBezTo>
                    <a:pt x="13299598" y="1755555"/>
                    <a:pt x="13250748" y="1957062"/>
                    <a:pt x="13156100" y="2134144"/>
                  </a:cubicBezTo>
                  <a:cubicBezTo>
                    <a:pt x="13024815" y="2427246"/>
                    <a:pt x="12801936" y="2702028"/>
                    <a:pt x="12487463" y="3056193"/>
                  </a:cubicBezTo>
                  <a:cubicBezTo>
                    <a:pt x="12426400" y="3123361"/>
                    <a:pt x="12365337" y="3190531"/>
                    <a:pt x="12304274" y="3260753"/>
                  </a:cubicBezTo>
                  <a:cubicBezTo>
                    <a:pt x="12038651" y="3553854"/>
                    <a:pt x="11736390" y="3886646"/>
                    <a:pt x="11455502" y="4271342"/>
                  </a:cubicBezTo>
                  <a:cubicBezTo>
                    <a:pt x="10560932" y="5498704"/>
                    <a:pt x="10386903" y="6875670"/>
                    <a:pt x="10249512" y="7983959"/>
                  </a:cubicBezTo>
                  <a:cubicBezTo>
                    <a:pt x="10234246" y="8112191"/>
                    <a:pt x="10218981" y="8237370"/>
                    <a:pt x="10200661" y="8359495"/>
                  </a:cubicBezTo>
                  <a:cubicBezTo>
                    <a:pt x="9858710" y="10902760"/>
                    <a:pt x="7675715" y="12817078"/>
                    <a:pt x="5129397" y="12817078"/>
                  </a:cubicBezTo>
                  <a:close/>
                </a:path>
              </a:pathLst>
            </a:custGeom>
            <a:solidFill>
              <a:srgbClr val="0D09B5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397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noProof="0" dirty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54807DB-C475-F434-C9BC-959BA50C4963}"/>
                </a:ext>
              </a:extLst>
            </p:cNvPr>
            <p:cNvSpPr/>
            <p:nvPr userDrawn="1"/>
          </p:nvSpPr>
          <p:spPr bwMode="ltGray">
            <a:xfrm rot="5400000">
              <a:off x="-963178" y="2058063"/>
              <a:ext cx="2865016" cy="3476475"/>
            </a:xfrm>
            <a:custGeom>
              <a:avLst/>
              <a:gdLst>
                <a:gd name="connsiteX0" fmla="*/ 0 w 2865016"/>
                <a:gd name="connsiteY0" fmla="*/ 220828 h 3476475"/>
                <a:gd name="connsiteX1" fmla="*/ 160389 w 2865016"/>
                <a:gd name="connsiteY1" fmla="*/ 176053 h 3476475"/>
                <a:gd name="connsiteX2" fmla="*/ 1523093 w 2865016"/>
                <a:gd name="connsiteY2" fmla="*/ 0 h 3476475"/>
                <a:gd name="connsiteX3" fmla="*/ 2686803 w 2865016"/>
                <a:gd name="connsiteY3" fmla="*/ 281951 h 3476475"/>
                <a:gd name="connsiteX4" fmla="*/ 2865016 w 2865016"/>
                <a:gd name="connsiteY4" fmla="*/ 675617 h 3476475"/>
                <a:gd name="connsiteX5" fmla="*/ 2802508 w 2865016"/>
                <a:gd name="connsiteY5" fmla="*/ 929638 h 3476475"/>
                <a:gd name="connsiteX6" fmla="*/ 2511249 w 2865016"/>
                <a:gd name="connsiteY6" fmla="*/ 1331284 h 3476475"/>
                <a:gd name="connsiteX7" fmla="*/ 2431451 w 2865016"/>
                <a:gd name="connsiteY7" fmla="*/ 1420391 h 3476475"/>
                <a:gd name="connsiteX8" fmla="*/ 2061724 w 2865016"/>
                <a:gd name="connsiteY8" fmla="*/ 1860606 h 3476475"/>
                <a:gd name="connsiteX9" fmla="*/ 1560165 w 2865016"/>
                <a:gd name="connsiteY9" fmla="*/ 3291660 h 3476475"/>
                <a:gd name="connsiteX10" fmla="*/ 1536565 w 2865016"/>
                <a:gd name="connsiteY10" fmla="*/ 3476475 h 3476475"/>
                <a:gd name="connsiteX11" fmla="*/ 1374112 w 2865016"/>
                <a:gd name="connsiteY11" fmla="*/ 3330543 h 3476475"/>
                <a:gd name="connsiteX12" fmla="*/ 622688 w 2865016"/>
                <a:gd name="connsiteY12" fmla="*/ 2316388 h 3476475"/>
                <a:gd name="connsiteX13" fmla="*/ 13922 w 2865016"/>
                <a:gd name="connsiteY13" fmla="*/ 360670 h 347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865016" h="3476475">
                  <a:moveTo>
                    <a:pt x="0" y="220828"/>
                  </a:moveTo>
                  <a:lnTo>
                    <a:pt x="160389" y="176053"/>
                  </a:lnTo>
                  <a:cubicBezTo>
                    <a:pt x="615067" y="62840"/>
                    <a:pt x="1085538" y="0"/>
                    <a:pt x="1523093" y="0"/>
                  </a:cubicBezTo>
                  <a:cubicBezTo>
                    <a:pt x="2077683" y="0"/>
                    <a:pt x="2501939" y="102407"/>
                    <a:pt x="2686803" y="281951"/>
                  </a:cubicBezTo>
                  <a:cubicBezTo>
                    <a:pt x="2799848" y="381697"/>
                    <a:pt x="2865016" y="525332"/>
                    <a:pt x="2865016" y="675617"/>
                  </a:cubicBezTo>
                  <a:cubicBezTo>
                    <a:pt x="2865016" y="764724"/>
                    <a:pt x="2843737" y="852500"/>
                    <a:pt x="2802508" y="929638"/>
                  </a:cubicBezTo>
                  <a:cubicBezTo>
                    <a:pt x="2745320" y="1057314"/>
                    <a:pt x="2648234" y="1177009"/>
                    <a:pt x="2511249" y="1331284"/>
                  </a:cubicBezTo>
                  <a:cubicBezTo>
                    <a:pt x="2484649" y="1360543"/>
                    <a:pt x="2458050" y="1389802"/>
                    <a:pt x="2431451" y="1420391"/>
                  </a:cubicBezTo>
                  <a:cubicBezTo>
                    <a:pt x="2315745" y="1548067"/>
                    <a:pt x="2184080" y="1693031"/>
                    <a:pt x="2061724" y="1860606"/>
                  </a:cubicBezTo>
                  <a:cubicBezTo>
                    <a:pt x="1720757" y="2328417"/>
                    <a:pt x="1620096" y="2846123"/>
                    <a:pt x="1560165" y="3291660"/>
                  </a:cubicBezTo>
                  <a:lnTo>
                    <a:pt x="1536565" y="3476475"/>
                  </a:lnTo>
                  <a:lnTo>
                    <a:pt x="1374112" y="3330543"/>
                  </a:lnTo>
                  <a:cubicBezTo>
                    <a:pt x="1092639" y="3058773"/>
                    <a:pt x="841299" y="2719530"/>
                    <a:pt x="622688" y="2316388"/>
                  </a:cubicBezTo>
                  <a:cubicBezTo>
                    <a:pt x="320456" y="1754815"/>
                    <a:pt x="103507" y="1048111"/>
                    <a:pt x="13922" y="360670"/>
                  </a:cubicBezTo>
                  <a:close/>
                </a:path>
              </a:pathLst>
            </a:custGeom>
            <a:solidFill>
              <a:srgbClr val="0075E4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1625397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noProof="0" dirty="0"/>
            </a:p>
          </p:txBody>
        </p:sp>
      </p:grpSp>
      <p:sp>
        <p:nvSpPr>
          <p:cNvPr id="27" name="First agenda point">
            <a:extLst>
              <a:ext uri="{FF2B5EF4-FFF2-40B4-BE49-F238E27FC236}">
                <a16:creationId xmlns:a16="http://schemas.microsoft.com/office/drawing/2014/main" id="{96D800AB-8A19-1033-D15C-7A2F2C383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232400" y="1700212"/>
            <a:ext cx="576263" cy="648000"/>
          </a:xfrm>
        </p:spPr>
        <p:txBody>
          <a:bodyPr bIns="302400" anchor="ctr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9pPr>
          </a:lstStyle>
          <a:p>
            <a:pPr lvl="0"/>
            <a:r>
              <a:rPr lang="en-US" noProof="0" dirty="0"/>
              <a:t>XX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19083C10-4D12-14B0-58C1-65D465F20B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384032" y="1700213"/>
            <a:ext cx="4032000" cy="648000"/>
          </a:xfrm>
        </p:spPr>
        <p:txBody>
          <a:bodyPr/>
          <a:lstStyle>
            <a:lvl1pPr>
              <a:spcBef>
                <a:spcPts val="300"/>
              </a:spcBef>
              <a:spcAft>
                <a:spcPts val="300"/>
              </a:spcAft>
              <a:defRPr b="1"/>
            </a:lvl1pPr>
            <a:lvl2pPr>
              <a:spcBef>
                <a:spcPts val="300"/>
              </a:spcBef>
              <a:spcAft>
                <a:spcPts val="300"/>
              </a:spcAft>
              <a:defRPr sz="1200" b="0"/>
            </a:lvl2pPr>
            <a:lvl3pPr marL="0" indent="0">
              <a:spcBef>
                <a:spcPts val="300"/>
              </a:spcBef>
              <a:spcAft>
                <a:spcPts val="300"/>
              </a:spcAft>
              <a:buFontTx/>
              <a:buNone/>
              <a:defRPr sz="1200" b="0"/>
            </a:lvl3pPr>
            <a:lvl4pPr marL="0" indent="0">
              <a:spcBef>
                <a:spcPts val="300"/>
              </a:spcBef>
              <a:spcAft>
                <a:spcPts val="300"/>
              </a:spcAft>
              <a:buFontTx/>
              <a:buNone/>
              <a:defRPr sz="1200"/>
            </a:lvl4pPr>
            <a:lvl5pPr>
              <a:spcBef>
                <a:spcPts val="300"/>
              </a:spcBef>
              <a:spcAft>
                <a:spcPts val="300"/>
              </a:spcAft>
              <a:defRPr b="0"/>
            </a:lvl5pPr>
            <a:lvl6pPr>
              <a:spcBef>
                <a:spcPts val="300"/>
              </a:spcBef>
              <a:defRPr b="0"/>
            </a:lvl6pPr>
            <a:lvl7pPr marL="0" indent="0">
              <a:spcBef>
                <a:spcPts val="300"/>
              </a:spcBef>
              <a:buFontTx/>
              <a:buNone/>
              <a:defRPr/>
            </a:lvl7pPr>
            <a:lvl8pPr marL="0" indent="0">
              <a:spcBef>
                <a:spcPts val="300"/>
              </a:spcBef>
              <a:buFontTx/>
              <a:buNone/>
              <a:defRPr/>
            </a:lvl8pPr>
            <a:lvl9pPr marL="0" indent="0">
              <a:spcBef>
                <a:spcPts val="300"/>
              </a:spcBef>
              <a:buFontTx/>
              <a:buNone/>
              <a:defRPr/>
            </a:lvl9pPr>
          </a:lstStyle>
          <a:p>
            <a:pPr lvl="0"/>
            <a:r>
              <a:rPr lang="en-US" noProof="0" dirty="0"/>
              <a:t>First agenda point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33" name="Second agenda point">
            <a:extLst>
              <a:ext uri="{FF2B5EF4-FFF2-40B4-BE49-F238E27FC236}">
                <a16:creationId xmlns:a16="http://schemas.microsoft.com/office/drawing/2014/main" id="{BE031190-95CC-A1B2-8405-8ADB34391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232400" y="2492301"/>
            <a:ext cx="576263" cy="648000"/>
          </a:xfrm>
        </p:spPr>
        <p:txBody>
          <a:bodyPr bIns="302400" anchor="ctr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9pPr>
          </a:lstStyle>
          <a:p>
            <a:pPr lvl="0"/>
            <a:r>
              <a:rPr lang="en-US" noProof="0" dirty="0"/>
              <a:t>XX</a:t>
            </a:r>
          </a:p>
        </p:txBody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65F5CA91-95FA-D2B7-78D4-676AAE6D08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384032" y="2492302"/>
            <a:ext cx="4032000" cy="648000"/>
          </a:xfrm>
        </p:spPr>
        <p:txBody>
          <a:bodyPr/>
          <a:lstStyle>
            <a:lvl1pPr>
              <a:spcBef>
                <a:spcPts val="300"/>
              </a:spcBef>
              <a:spcAft>
                <a:spcPts val="300"/>
              </a:spcAft>
              <a:defRPr b="1"/>
            </a:lvl1pPr>
            <a:lvl2pPr>
              <a:spcBef>
                <a:spcPts val="300"/>
              </a:spcBef>
              <a:spcAft>
                <a:spcPts val="300"/>
              </a:spcAft>
              <a:defRPr sz="1200" b="0"/>
            </a:lvl2pPr>
            <a:lvl3pPr marL="0" indent="0">
              <a:spcBef>
                <a:spcPts val="300"/>
              </a:spcBef>
              <a:spcAft>
                <a:spcPts val="300"/>
              </a:spcAft>
              <a:buFontTx/>
              <a:buNone/>
              <a:defRPr sz="1200" b="0"/>
            </a:lvl3pPr>
            <a:lvl4pPr marL="0" indent="0">
              <a:spcBef>
                <a:spcPts val="300"/>
              </a:spcBef>
              <a:spcAft>
                <a:spcPts val="300"/>
              </a:spcAft>
              <a:buFontTx/>
              <a:buNone/>
              <a:defRPr sz="1200"/>
            </a:lvl4pPr>
            <a:lvl5pPr>
              <a:spcBef>
                <a:spcPts val="300"/>
              </a:spcBef>
              <a:spcAft>
                <a:spcPts val="300"/>
              </a:spcAft>
              <a:defRPr b="0"/>
            </a:lvl5pPr>
            <a:lvl6pPr>
              <a:spcBef>
                <a:spcPts val="300"/>
              </a:spcBef>
              <a:defRPr b="0"/>
            </a:lvl6pPr>
            <a:lvl7pPr marL="0" indent="0">
              <a:spcBef>
                <a:spcPts val="300"/>
              </a:spcBef>
              <a:buFontTx/>
              <a:buNone/>
              <a:defRPr/>
            </a:lvl7pPr>
            <a:lvl8pPr marL="0" indent="0">
              <a:spcBef>
                <a:spcPts val="300"/>
              </a:spcBef>
              <a:buFontTx/>
              <a:buNone/>
              <a:defRPr/>
            </a:lvl8pPr>
            <a:lvl9pPr marL="0" indent="0">
              <a:spcBef>
                <a:spcPts val="300"/>
              </a:spcBef>
              <a:buFontTx/>
              <a:buNone/>
              <a:defRPr/>
            </a:lvl9pPr>
          </a:lstStyle>
          <a:p>
            <a:pPr lvl="0"/>
            <a:r>
              <a:rPr lang="en-US" noProof="0" dirty="0"/>
              <a:t>Second agenda point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35" name="Third agenda point">
            <a:extLst>
              <a:ext uri="{FF2B5EF4-FFF2-40B4-BE49-F238E27FC236}">
                <a16:creationId xmlns:a16="http://schemas.microsoft.com/office/drawing/2014/main" id="{4C566465-77D4-6C99-9791-2740B7B16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5232400" y="3284983"/>
            <a:ext cx="576263" cy="648000"/>
          </a:xfrm>
        </p:spPr>
        <p:txBody>
          <a:bodyPr bIns="302400" anchor="ctr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9pPr>
          </a:lstStyle>
          <a:p>
            <a:pPr lvl="0"/>
            <a:r>
              <a:rPr lang="en-US" noProof="0" dirty="0"/>
              <a:t>XX</a:t>
            </a:r>
          </a:p>
        </p:txBody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28A3245F-0598-93C7-CA00-A9DA1182A6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384032" y="3284984"/>
            <a:ext cx="4032000" cy="648000"/>
          </a:xfrm>
        </p:spPr>
        <p:txBody>
          <a:bodyPr/>
          <a:lstStyle>
            <a:lvl1pPr>
              <a:spcBef>
                <a:spcPts val="300"/>
              </a:spcBef>
              <a:spcAft>
                <a:spcPts val="300"/>
              </a:spcAft>
              <a:defRPr b="1"/>
            </a:lvl1pPr>
            <a:lvl2pPr>
              <a:spcBef>
                <a:spcPts val="300"/>
              </a:spcBef>
              <a:spcAft>
                <a:spcPts val="300"/>
              </a:spcAft>
              <a:defRPr sz="1200" b="0"/>
            </a:lvl2pPr>
            <a:lvl3pPr marL="0" indent="0">
              <a:spcBef>
                <a:spcPts val="300"/>
              </a:spcBef>
              <a:spcAft>
                <a:spcPts val="300"/>
              </a:spcAft>
              <a:buFontTx/>
              <a:buNone/>
              <a:defRPr sz="1200" b="0"/>
            </a:lvl3pPr>
            <a:lvl4pPr marL="0" indent="0">
              <a:spcBef>
                <a:spcPts val="300"/>
              </a:spcBef>
              <a:spcAft>
                <a:spcPts val="300"/>
              </a:spcAft>
              <a:buFontTx/>
              <a:buNone/>
              <a:defRPr sz="1200"/>
            </a:lvl4pPr>
            <a:lvl5pPr>
              <a:spcBef>
                <a:spcPts val="300"/>
              </a:spcBef>
              <a:spcAft>
                <a:spcPts val="300"/>
              </a:spcAft>
              <a:defRPr b="0"/>
            </a:lvl5pPr>
            <a:lvl6pPr>
              <a:spcBef>
                <a:spcPts val="300"/>
              </a:spcBef>
              <a:defRPr b="0"/>
            </a:lvl6pPr>
            <a:lvl7pPr marL="0" indent="0">
              <a:spcBef>
                <a:spcPts val="300"/>
              </a:spcBef>
              <a:buFontTx/>
              <a:buNone/>
              <a:defRPr/>
            </a:lvl7pPr>
            <a:lvl8pPr marL="0" indent="0">
              <a:spcBef>
                <a:spcPts val="300"/>
              </a:spcBef>
              <a:buFontTx/>
              <a:buNone/>
              <a:defRPr/>
            </a:lvl8pPr>
            <a:lvl9pPr marL="0" indent="0">
              <a:spcBef>
                <a:spcPts val="300"/>
              </a:spcBef>
              <a:buFontTx/>
              <a:buNone/>
              <a:defRPr/>
            </a:lvl9pPr>
          </a:lstStyle>
          <a:p>
            <a:pPr lvl="0"/>
            <a:r>
              <a:rPr lang="en-US" noProof="0" dirty="0"/>
              <a:t>Third agenda point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37" name="Fourth agenda point">
            <a:extLst>
              <a:ext uri="{FF2B5EF4-FFF2-40B4-BE49-F238E27FC236}">
                <a16:creationId xmlns:a16="http://schemas.microsoft.com/office/drawing/2014/main" id="{DBCE3F4B-3765-C282-F108-D640B1CBB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232400" y="4076477"/>
            <a:ext cx="576263" cy="648000"/>
          </a:xfrm>
        </p:spPr>
        <p:txBody>
          <a:bodyPr bIns="302400" anchor="ctr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9pPr>
          </a:lstStyle>
          <a:p>
            <a:pPr lvl="0"/>
            <a:r>
              <a:rPr lang="en-US" noProof="0" dirty="0"/>
              <a:t>XX</a:t>
            </a:r>
          </a:p>
        </p:txBody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084A3F30-C33B-04A3-05ED-D1993643A7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384032" y="4076478"/>
            <a:ext cx="4032000" cy="648000"/>
          </a:xfrm>
        </p:spPr>
        <p:txBody>
          <a:bodyPr/>
          <a:lstStyle>
            <a:lvl1pPr>
              <a:spcBef>
                <a:spcPts val="300"/>
              </a:spcBef>
              <a:spcAft>
                <a:spcPts val="300"/>
              </a:spcAft>
              <a:defRPr b="1"/>
            </a:lvl1pPr>
            <a:lvl2pPr>
              <a:spcBef>
                <a:spcPts val="300"/>
              </a:spcBef>
              <a:spcAft>
                <a:spcPts val="300"/>
              </a:spcAft>
              <a:defRPr sz="1200" b="0"/>
            </a:lvl2pPr>
            <a:lvl3pPr marL="0" indent="0">
              <a:spcBef>
                <a:spcPts val="300"/>
              </a:spcBef>
              <a:spcAft>
                <a:spcPts val="300"/>
              </a:spcAft>
              <a:buFontTx/>
              <a:buNone/>
              <a:defRPr sz="1200" b="0"/>
            </a:lvl3pPr>
            <a:lvl4pPr marL="0" indent="0">
              <a:spcBef>
                <a:spcPts val="300"/>
              </a:spcBef>
              <a:spcAft>
                <a:spcPts val="300"/>
              </a:spcAft>
              <a:buFontTx/>
              <a:buNone/>
              <a:defRPr sz="1200"/>
            </a:lvl4pPr>
            <a:lvl5pPr>
              <a:spcBef>
                <a:spcPts val="300"/>
              </a:spcBef>
              <a:spcAft>
                <a:spcPts val="300"/>
              </a:spcAft>
              <a:defRPr b="0"/>
            </a:lvl5pPr>
            <a:lvl6pPr>
              <a:spcBef>
                <a:spcPts val="300"/>
              </a:spcBef>
              <a:defRPr b="0"/>
            </a:lvl6pPr>
            <a:lvl7pPr marL="0" indent="0">
              <a:spcBef>
                <a:spcPts val="300"/>
              </a:spcBef>
              <a:buFontTx/>
              <a:buNone/>
              <a:defRPr/>
            </a:lvl7pPr>
            <a:lvl8pPr marL="0" indent="0">
              <a:spcBef>
                <a:spcPts val="300"/>
              </a:spcBef>
              <a:buFontTx/>
              <a:buNone/>
              <a:defRPr/>
            </a:lvl8pPr>
            <a:lvl9pPr marL="0" indent="0">
              <a:spcBef>
                <a:spcPts val="300"/>
              </a:spcBef>
              <a:buFontTx/>
              <a:buNone/>
              <a:defRPr/>
            </a:lvl9pPr>
          </a:lstStyle>
          <a:p>
            <a:pPr lvl="0"/>
            <a:r>
              <a:rPr lang="en-US" noProof="0" dirty="0"/>
              <a:t>Fourth agenda point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39" name="Fifth agenda point">
            <a:extLst>
              <a:ext uri="{FF2B5EF4-FFF2-40B4-BE49-F238E27FC236}">
                <a16:creationId xmlns:a16="http://schemas.microsoft.com/office/drawing/2014/main" id="{59DF1857-D533-3C16-91D8-DFCB49E58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232400" y="4868565"/>
            <a:ext cx="576263" cy="648000"/>
          </a:xfrm>
        </p:spPr>
        <p:txBody>
          <a:bodyPr bIns="302400" anchor="ctr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/>
            </a:lvl9pPr>
          </a:lstStyle>
          <a:p>
            <a:pPr lvl="0"/>
            <a:r>
              <a:rPr lang="en-US" noProof="0" dirty="0"/>
              <a:t>XX</a:t>
            </a:r>
          </a:p>
        </p:txBody>
      </p:sp>
      <p:sp>
        <p:nvSpPr>
          <p:cNvPr id="38" name="Text">
            <a:extLst>
              <a:ext uri="{FF2B5EF4-FFF2-40B4-BE49-F238E27FC236}">
                <a16:creationId xmlns:a16="http://schemas.microsoft.com/office/drawing/2014/main" id="{58542673-D7A6-1BFE-566E-3D32051653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384032" y="4868566"/>
            <a:ext cx="4032000" cy="648000"/>
          </a:xfrm>
        </p:spPr>
        <p:txBody>
          <a:bodyPr/>
          <a:lstStyle>
            <a:lvl1pPr>
              <a:spcBef>
                <a:spcPts val="300"/>
              </a:spcBef>
              <a:spcAft>
                <a:spcPts val="300"/>
              </a:spcAft>
              <a:defRPr b="1"/>
            </a:lvl1pPr>
            <a:lvl2pPr>
              <a:spcBef>
                <a:spcPts val="300"/>
              </a:spcBef>
              <a:spcAft>
                <a:spcPts val="300"/>
              </a:spcAft>
              <a:defRPr sz="1200" b="0"/>
            </a:lvl2pPr>
            <a:lvl3pPr marL="0" indent="0">
              <a:spcBef>
                <a:spcPts val="300"/>
              </a:spcBef>
              <a:spcAft>
                <a:spcPts val="300"/>
              </a:spcAft>
              <a:buFontTx/>
              <a:buNone/>
              <a:defRPr sz="1200" b="0"/>
            </a:lvl3pPr>
            <a:lvl4pPr marL="0" indent="0">
              <a:spcBef>
                <a:spcPts val="300"/>
              </a:spcBef>
              <a:spcAft>
                <a:spcPts val="300"/>
              </a:spcAft>
              <a:buFontTx/>
              <a:buNone/>
              <a:defRPr sz="1200"/>
            </a:lvl4pPr>
            <a:lvl5pPr>
              <a:spcBef>
                <a:spcPts val="300"/>
              </a:spcBef>
              <a:spcAft>
                <a:spcPts val="300"/>
              </a:spcAft>
              <a:defRPr b="0"/>
            </a:lvl5pPr>
            <a:lvl6pPr>
              <a:spcBef>
                <a:spcPts val="300"/>
              </a:spcBef>
              <a:defRPr b="0"/>
            </a:lvl6pPr>
            <a:lvl7pPr marL="0" indent="0">
              <a:spcBef>
                <a:spcPts val="300"/>
              </a:spcBef>
              <a:buFontTx/>
              <a:buNone/>
              <a:defRPr/>
            </a:lvl7pPr>
            <a:lvl8pPr marL="0" indent="0">
              <a:spcBef>
                <a:spcPts val="300"/>
              </a:spcBef>
              <a:buFontTx/>
              <a:buNone/>
              <a:defRPr/>
            </a:lvl8pPr>
            <a:lvl9pPr marL="0" indent="0">
              <a:spcBef>
                <a:spcPts val="300"/>
              </a:spcBef>
              <a:buFontTx/>
              <a:buNone/>
              <a:defRPr/>
            </a:lvl9pPr>
          </a:lstStyle>
          <a:p>
            <a:pPr lvl="0"/>
            <a:r>
              <a:rPr lang="en-US" noProof="0" dirty="0"/>
              <a:t>Fifth agenda point</a:t>
            </a:r>
          </a:p>
          <a:p>
            <a:pPr lvl="1"/>
            <a:r>
              <a:rPr lang="en-US" noProof="0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11090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287" userDrawn="1">
          <p15:clr>
            <a:srgbClr val="F26B43"/>
          </p15:clr>
        </p15:guide>
        <p15:guide id="3" orient="horz" pos="1071" userDrawn="1">
          <p15:clr>
            <a:srgbClr val="F26B43"/>
          </p15:clr>
        </p15:guide>
        <p15:guide id="5" orient="horz" pos="3475" userDrawn="1">
          <p15:clr>
            <a:srgbClr val="F26B43"/>
          </p15:clr>
        </p15:guide>
        <p15:guide id="7" pos="4021" userDrawn="1">
          <p15:clr>
            <a:srgbClr val="F26B43"/>
          </p15:clr>
        </p15:guide>
        <p15:guide id="8" pos="656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ge">
            <a:extLst>
              <a:ext uri="{FF2B5EF4-FFF2-40B4-BE49-F238E27FC236}">
                <a16:creationId xmlns:a16="http://schemas.microsoft.com/office/drawing/2014/main" id="{F936336A-7833-B34C-22D0-8DB64995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B0EE4124-90BF-21C6-3665-570C0E76E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Optional Footer | Title of presentation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9F3F9190-B87C-C0FF-299A-179BC6398E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747239-E02D-4B45-A737-82900F3DA7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el">
            <a:extLst>
              <a:ext uri="{FF2B5EF4-FFF2-40B4-BE49-F238E27FC236}">
                <a16:creationId xmlns:a16="http://schemas.microsoft.com/office/drawing/2014/main" id="{CA11A77F-647B-5D5E-4650-49D5AC1323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231904" y="548680"/>
            <a:ext cx="5184000" cy="4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27" name="First agenda point">
            <a:extLst>
              <a:ext uri="{FF2B5EF4-FFF2-40B4-BE49-F238E27FC236}">
                <a16:creationId xmlns:a16="http://schemas.microsoft.com/office/drawing/2014/main" id="{96D800AB-8A19-1033-D15C-7A2F2C383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232400" y="1700212"/>
            <a:ext cx="576263" cy="648000"/>
          </a:xfrm>
        </p:spPr>
        <p:txBody>
          <a:bodyPr bIns="302400" anchor="ctr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XX</a:t>
            </a:r>
            <a:endParaRPr lang="en-US" noProof="0" dirty="0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19083C10-4D12-14B0-58C1-65D465F20B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384032" y="1700213"/>
            <a:ext cx="4032000" cy="648000"/>
          </a:xfrm>
        </p:spPr>
        <p:txBody>
          <a:bodyPr/>
          <a:lstStyle>
            <a:lvl1pPr>
              <a:spcBef>
                <a:spcPts val="300"/>
              </a:spcBef>
              <a:spcAft>
                <a:spcPts val="300"/>
              </a:spcAft>
              <a:defRPr b="1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200" b="0">
                <a:solidFill>
                  <a:schemeClr val="bg1"/>
                </a:solidFill>
              </a:defRPr>
            </a:lvl2pPr>
            <a:lvl3pPr marL="0" indent="0">
              <a:spcBef>
                <a:spcPts val="300"/>
              </a:spcBef>
              <a:spcAft>
                <a:spcPts val="300"/>
              </a:spcAft>
              <a:buFontTx/>
              <a:buNone/>
              <a:defRPr sz="1200" b="0">
                <a:solidFill>
                  <a:schemeClr val="bg1"/>
                </a:solidFill>
              </a:defRPr>
            </a:lvl3pPr>
            <a:lvl4pPr marL="0" indent="0">
              <a:spcBef>
                <a:spcPts val="300"/>
              </a:spcBef>
              <a:spcAft>
                <a:spcPts val="300"/>
              </a:spcAft>
              <a:buFontTx/>
              <a:buNone/>
              <a:defRPr sz="1200"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b="0">
                <a:solidFill>
                  <a:schemeClr val="bg1"/>
                </a:solidFill>
              </a:defRPr>
            </a:lvl5pPr>
            <a:lvl6pPr>
              <a:spcBef>
                <a:spcPts val="300"/>
              </a:spcBef>
              <a:defRPr b="0">
                <a:solidFill>
                  <a:schemeClr val="bg1"/>
                </a:solidFill>
              </a:defRPr>
            </a:lvl6pPr>
            <a:lvl7pPr marL="0" indent="0">
              <a:spcBef>
                <a:spcPts val="300"/>
              </a:spcBef>
              <a:buFontTx/>
              <a:buNone/>
              <a:defRPr>
                <a:solidFill>
                  <a:schemeClr val="bg1"/>
                </a:solidFill>
              </a:defRPr>
            </a:lvl7pPr>
            <a:lvl8pPr marL="0" indent="0">
              <a:spcBef>
                <a:spcPts val="300"/>
              </a:spcBef>
              <a:buFontTx/>
              <a:buNone/>
              <a:defRPr>
                <a:solidFill>
                  <a:schemeClr val="bg1"/>
                </a:solidFill>
              </a:defRPr>
            </a:lvl8pPr>
            <a:lvl9pPr marL="0" indent="0">
              <a:spcBef>
                <a:spcPts val="300"/>
              </a:spcBef>
              <a:buFontTx/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First agenda point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3" name="Second agenda point">
            <a:extLst>
              <a:ext uri="{FF2B5EF4-FFF2-40B4-BE49-F238E27FC236}">
                <a16:creationId xmlns:a16="http://schemas.microsoft.com/office/drawing/2014/main" id="{BE031190-95CC-A1B2-8405-8ADB34391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232400" y="2492301"/>
            <a:ext cx="576263" cy="648000"/>
          </a:xfrm>
        </p:spPr>
        <p:txBody>
          <a:bodyPr bIns="302400" anchor="ctr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XX</a:t>
            </a:r>
            <a:endParaRPr lang="en-US" noProof="0" dirty="0"/>
          </a:p>
        </p:txBody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65F5CA91-95FA-D2B7-78D4-676AAE6D08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384032" y="2492302"/>
            <a:ext cx="4032000" cy="648000"/>
          </a:xfrm>
        </p:spPr>
        <p:txBody>
          <a:bodyPr/>
          <a:lstStyle>
            <a:lvl1pPr>
              <a:spcBef>
                <a:spcPts val="300"/>
              </a:spcBef>
              <a:spcAft>
                <a:spcPts val="300"/>
              </a:spcAft>
              <a:defRPr b="1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200" b="0">
                <a:solidFill>
                  <a:schemeClr val="bg1"/>
                </a:solidFill>
              </a:defRPr>
            </a:lvl2pPr>
            <a:lvl3pPr marL="0" indent="0">
              <a:spcBef>
                <a:spcPts val="300"/>
              </a:spcBef>
              <a:spcAft>
                <a:spcPts val="300"/>
              </a:spcAft>
              <a:buFontTx/>
              <a:buNone/>
              <a:defRPr sz="1200" b="0">
                <a:solidFill>
                  <a:schemeClr val="bg1"/>
                </a:solidFill>
              </a:defRPr>
            </a:lvl3pPr>
            <a:lvl4pPr marL="0" indent="0">
              <a:spcBef>
                <a:spcPts val="300"/>
              </a:spcBef>
              <a:spcAft>
                <a:spcPts val="300"/>
              </a:spcAft>
              <a:buFontTx/>
              <a:buNone/>
              <a:defRPr sz="1200"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b="0">
                <a:solidFill>
                  <a:schemeClr val="bg1"/>
                </a:solidFill>
              </a:defRPr>
            </a:lvl5pPr>
            <a:lvl6pPr>
              <a:spcBef>
                <a:spcPts val="300"/>
              </a:spcBef>
              <a:defRPr b="0">
                <a:solidFill>
                  <a:schemeClr val="bg1"/>
                </a:solidFill>
              </a:defRPr>
            </a:lvl6pPr>
            <a:lvl7pPr marL="0" indent="0">
              <a:spcBef>
                <a:spcPts val="300"/>
              </a:spcBef>
              <a:buFontTx/>
              <a:buNone/>
              <a:defRPr>
                <a:solidFill>
                  <a:schemeClr val="bg1"/>
                </a:solidFill>
              </a:defRPr>
            </a:lvl7pPr>
            <a:lvl8pPr marL="0" indent="0">
              <a:spcBef>
                <a:spcPts val="300"/>
              </a:spcBef>
              <a:buFontTx/>
              <a:buNone/>
              <a:defRPr>
                <a:solidFill>
                  <a:schemeClr val="bg1"/>
                </a:solidFill>
              </a:defRPr>
            </a:lvl8pPr>
            <a:lvl9pPr marL="0" indent="0">
              <a:spcBef>
                <a:spcPts val="300"/>
              </a:spcBef>
              <a:buFontTx/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Second agenda point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5" name="Third agenda point">
            <a:extLst>
              <a:ext uri="{FF2B5EF4-FFF2-40B4-BE49-F238E27FC236}">
                <a16:creationId xmlns:a16="http://schemas.microsoft.com/office/drawing/2014/main" id="{4C566465-77D4-6C99-9791-2740B7B16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5232400" y="3284983"/>
            <a:ext cx="576263" cy="648000"/>
          </a:xfrm>
        </p:spPr>
        <p:txBody>
          <a:bodyPr bIns="302400" anchor="ctr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XX</a:t>
            </a:r>
            <a:endParaRPr lang="en-US" noProof="0" dirty="0"/>
          </a:p>
        </p:txBody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28A3245F-0598-93C7-CA00-A9DA1182A6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384032" y="3284984"/>
            <a:ext cx="4032000" cy="648000"/>
          </a:xfrm>
        </p:spPr>
        <p:txBody>
          <a:bodyPr/>
          <a:lstStyle>
            <a:lvl1pPr>
              <a:spcBef>
                <a:spcPts val="300"/>
              </a:spcBef>
              <a:spcAft>
                <a:spcPts val="300"/>
              </a:spcAft>
              <a:defRPr b="1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200" b="0">
                <a:solidFill>
                  <a:schemeClr val="bg1"/>
                </a:solidFill>
              </a:defRPr>
            </a:lvl2pPr>
            <a:lvl3pPr marL="0" indent="0">
              <a:spcBef>
                <a:spcPts val="300"/>
              </a:spcBef>
              <a:spcAft>
                <a:spcPts val="300"/>
              </a:spcAft>
              <a:buFontTx/>
              <a:buNone/>
              <a:defRPr sz="1200" b="0">
                <a:solidFill>
                  <a:schemeClr val="bg1"/>
                </a:solidFill>
              </a:defRPr>
            </a:lvl3pPr>
            <a:lvl4pPr marL="0" indent="0">
              <a:spcBef>
                <a:spcPts val="300"/>
              </a:spcBef>
              <a:spcAft>
                <a:spcPts val="300"/>
              </a:spcAft>
              <a:buFontTx/>
              <a:buNone/>
              <a:defRPr sz="1200"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b="0">
                <a:solidFill>
                  <a:schemeClr val="bg1"/>
                </a:solidFill>
              </a:defRPr>
            </a:lvl5pPr>
            <a:lvl6pPr>
              <a:spcBef>
                <a:spcPts val="300"/>
              </a:spcBef>
              <a:defRPr b="0">
                <a:solidFill>
                  <a:schemeClr val="bg1"/>
                </a:solidFill>
              </a:defRPr>
            </a:lvl6pPr>
            <a:lvl7pPr marL="0" indent="0">
              <a:spcBef>
                <a:spcPts val="300"/>
              </a:spcBef>
              <a:buFontTx/>
              <a:buNone/>
              <a:defRPr>
                <a:solidFill>
                  <a:schemeClr val="bg1"/>
                </a:solidFill>
              </a:defRPr>
            </a:lvl7pPr>
            <a:lvl8pPr marL="0" indent="0">
              <a:spcBef>
                <a:spcPts val="300"/>
              </a:spcBef>
              <a:buFontTx/>
              <a:buNone/>
              <a:defRPr>
                <a:solidFill>
                  <a:schemeClr val="bg1"/>
                </a:solidFill>
              </a:defRPr>
            </a:lvl8pPr>
            <a:lvl9pPr marL="0" indent="0">
              <a:spcBef>
                <a:spcPts val="300"/>
              </a:spcBef>
              <a:buFontTx/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Third agenda point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7" name="Fourth agenda point">
            <a:extLst>
              <a:ext uri="{FF2B5EF4-FFF2-40B4-BE49-F238E27FC236}">
                <a16:creationId xmlns:a16="http://schemas.microsoft.com/office/drawing/2014/main" id="{DBCE3F4B-3765-C282-F108-D640B1CBB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232400" y="4076477"/>
            <a:ext cx="576263" cy="648000"/>
          </a:xfrm>
        </p:spPr>
        <p:txBody>
          <a:bodyPr bIns="302400" anchor="ctr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XX</a:t>
            </a:r>
            <a:endParaRPr lang="en-US" noProof="0" dirty="0"/>
          </a:p>
        </p:txBody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084A3F30-C33B-04A3-05ED-D1993643A7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384032" y="4076478"/>
            <a:ext cx="4032000" cy="648000"/>
          </a:xfrm>
        </p:spPr>
        <p:txBody>
          <a:bodyPr/>
          <a:lstStyle>
            <a:lvl1pPr>
              <a:spcBef>
                <a:spcPts val="300"/>
              </a:spcBef>
              <a:spcAft>
                <a:spcPts val="300"/>
              </a:spcAft>
              <a:defRPr b="1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200" b="0">
                <a:solidFill>
                  <a:schemeClr val="bg1"/>
                </a:solidFill>
              </a:defRPr>
            </a:lvl2pPr>
            <a:lvl3pPr marL="0" indent="0">
              <a:spcBef>
                <a:spcPts val="300"/>
              </a:spcBef>
              <a:spcAft>
                <a:spcPts val="300"/>
              </a:spcAft>
              <a:buFontTx/>
              <a:buNone/>
              <a:defRPr sz="1200" b="0">
                <a:solidFill>
                  <a:schemeClr val="bg1"/>
                </a:solidFill>
              </a:defRPr>
            </a:lvl3pPr>
            <a:lvl4pPr marL="0" indent="0">
              <a:spcBef>
                <a:spcPts val="300"/>
              </a:spcBef>
              <a:spcAft>
                <a:spcPts val="300"/>
              </a:spcAft>
              <a:buFontTx/>
              <a:buNone/>
              <a:defRPr sz="1200"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b="0">
                <a:solidFill>
                  <a:schemeClr val="bg1"/>
                </a:solidFill>
              </a:defRPr>
            </a:lvl5pPr>
            <a:lvl6pPr>
              <a:spcBef>
                <a:spcPts val="300"/>
              </a:spcBef>
              <a:defRPr b="0">
                <a:solidFill>
                  <a:schemeClr val="bg1"/>
                </a:solidFill>
              </a:defRPr>
            </a:lvl6pPr>
            <a:lvl7pPr marL="0" indent="0">
              <a:spcBef>
                <a:spcPts val="300"/>
              </a:spcBef>
              <a:buFontTx/>
              <a:buNone/>
              <a:defRPr>
                <a:solidFill>
                  <a:schemeClr val="bg1"/>
                </a:solidFill>
              </a:defRPr>
            </a:lvl7pPr>
            <a:lvl8pPr marL="0" indent="0">
              <a:spcBef>
                <a:spcPts val="300"/>
              </a:spcBef>
              <a:buFontTx/>
              <a:buNone/>
              <a:defRPr>
                <a:solidFill>
                  <a:schemeClr val="bg1"/>
                </a:solidFill>
              </a:defRPr>
            </a:lvl8pPr>
            <a:lvl9pPr marL="0" indent="0">
              <a:spcBef>
                <a:spcPts val="300"/>
              </a:spcBef>
              <a:buFontTx/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Fourth agenda point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9" name="Fifth agenda point">
            <a:extLst>
              <a:ext uri="{FF2B5EF4-FFF2-40B4-BE49-F238E27FC236}">
                <a16:creationId xmlns:a16="http://schemas.microsoft.com/office/drawing/2014/main" id="{59DF1857-D533-3C16-91D8-DFCB49E58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232400" y="4868565"/>
            <a:ext cx="576263" cy="648000"/>
          </a:xfrm>
        </p:spPr>
        <p:txBody>
          <a:bodyPr bIns="302400" anchor="ctr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XX</a:t>
            </a:r>
            <a:endParaRPr lang="en-US" noProof="0" dirty="0"/>
          </a:p>
        </p:txBody>
      </p:sp>
      <p:sp>
        <p:nvSpPr>
          <p:cNvPr id="38" name="Text">
            <a:extLst>
              <a:ext uri="{FF2B5EF4-FFF2-40B4-BE49-F238E27FC236}">
                <a16:creationId xmlns:a16="http://schemas.microsoft.com/office/drawing/2014/main" id="{58542673-D7A6-1BFE-566E-3D32051653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384032" y="4868566"/>
            <a:ext cx="4032000" cy="648000"/>
          </a:xfrm>
        </p:spPr>
        <p:txBody>
          <a:bodyPr/>
          <a:lstStyle>
            <a:lvl1pPr>
              <a:spcBef>
                <a:spcPts val="300"/>
              </a:spcBef>
              <a:spcAft>
                <a:spcPts val="300"/>
              </a:spcAft>
              <a:defRPr b="1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200" b="0">
                <a:solidFill>
                  <a:schemeClr val="bg1"/>
                </a:solidFill>
              </a:defRPr>
            </a:lvl2pPr>
            <a:lvl3pPr marL="0" indent="0">
              <a:spcBef>
                <a:spcPts val="300"/>
              </a:spcBef>
              <a:spcAft>
                <a:spcPts val="300"/>
              </a:spcAft>
              <a:buFontTx/>
              <a:buNone/>
              <a:defRPr sz="1200" b="0">
                <a:solidFill>
                  <a:schemeClr val="bg1"/>
                </a:solidFill>
              </a:defRPr>
            </a:lvl3pPr>
            <a:lvl4pPr marL="0" indent="0">
              <a:spcBef>
                <a:spcPts val="300"/>
              </a:spcBef>
              <a:spcAft>
                <a:spcPts val="300"/>
              </a:spcAft>
              <a:buFontTx/>
              <a:buNone/>
              <a:defRPr sz="1200"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b="0">
                <a:solidFill>
                  <a:schemeClr val="bg1"/>
                </a:solidFill>
              </a:defRPr>
            </a:lvl5pPr>
            <a:lvl6pPr>
              <a:spcBef>
                <a:spcPts val="300"/>
              </a:spcBef>
              <a:defRPr b="0">
                <a:solidFill>
                  <a:schemeClr val="bg1"/>
                </a:solidFill>
              </a:defRPr>
            </a:lvl6pPr>
            <a:lvl7pPr marL="0" indent="0">
              <a:spcBef>
                <a:spcPts val="300"/>
              </a:spcBef>
              <a:buFontTx/>
              <a:buNone/>
              <a:defRPr>
                <a:solidFill>
                  <a:schemeClr val="bg1"/>
                </a:solidFill>
              </a:defRPr>
            </a:lvl7pPr>
            <a:lvl8pPr marL="0" indent="0">
              <a:spcBef>
                <a:spcPts val="300"/>
              </a:spcBef>
              <a:buFontTx/>
              <a:buNone/>
              <a:defRPr>
                <a:solidFill>
                  <a:schemeClr val="bg1"/>
                </a:solidFill>
              </a:defRPr>
            </a:lvl8pPr>
            <a:lvl9pPr marL="0" indent="0">
              <a:spcBef>
                <a:spcPts val="300"/>
              </a:spcBef>
              <a:buFontTx/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Fifth agenda point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2" name="Key Visual">
            <a:extLst>
              <a:ext uri="{FF2B5EF4-FFF2-40B4-BE49-F238E27FC236}">
                <a16:creationId xmlns:a16="http://schemas.microsoft.com/office/drawing/2014/main" id="{C28721C6-CE40-99E5-B463-107259BCA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375579" y="-564525"/>
            <a:ext cx="7239331" cy="8479814"/>
            <a:chOff x="-3838610" y="-564525"/>
            <a:chExt cx="7239331" cy="8479814"/>
          </a:xfrm>
        </p:grpSpPr>
        <p:sp>
          <p:nvSpPr>
            <p:cNvPr id="3" name="Green">
              <a:extLst>
                <a:ext uri="{FF2B5EF4-FFF2-40B4-BE49-F238E27FC236}">
                  <a16:creationId xmlns:a16="http://schemas.microsoft.com/office/drawing/2014/main" id="{FFE19BFA-E7F7-D7FE-D0DF-FF536CAB0636}"/>
                </a:ext>
              </a:extLst>
            </p:cNvPr>
            <p:cNvSpPr/>
            <p:nvPr userDrawn="1"/>
          </p:nvSpPr>
          <p:spPr bwMode="gray">
            <a:xfrm>
              <a:off x="-2392612" y="2332142"/>
              <a:ext cx="5793333" cy="5583147"/>
            </a:xfrm>
            <a:custGeom>
              <a:avLst/>
              <a:gdLst>
                <a:gd name="connsiteX0" fmla="*/ 5132451 w 13299598"/>
                <a:gd name="connsiteY0" fmla="*/ 12814026 h 12817078"/>
                <a:gd name="connsiteX1" fmla="*/ 4436335 w 13299598"/>
                <a:gd name="connsiteY1" fmla="*/ 12765175 h 12817078"/>
                <a:gd name="connsiteX2" fmla="*/ 2732683 w 13299598"/>
                <a:gd name="connsiteY2" fmla="*/ 12218663 h 12817078"/>
                <a:gd name="connsiteX3" fmla="*/ 45921 w 13299598"/>
                <a:gd name="connsiteY3" fmla="*/ 6967264 h 12817078"/>
                <a:gd name="connsiteX4" fmla="*/ 897746 w 13299598"/>
                <a:gd name="connsiteY4" fmla="*/ 4463690 h 12817078"/>
                <a:gd name="connsiteX5" fmla="*/ 4179871 w 13299598"/>
                <a:gd name="connsiteY5" fmla="*/ 1502145 h 12817078"/>
                <a:gd name="connsiteX6" fmla="*/ 10218981 w 13299598"/>
                <a:gd name="connsiteY6" fmla="*/ 0 h 12817078"/>
                <a:gd name="connsiteX7" fmla="*/ 12890478 w 13299598"/>
                <a:gd name="connsiteY7" fmla="*/ 647266 h 12817078"/>
                <a:gd name="connsiteX8" fmla="*/ 13299598 w 13299598"/>
                <a:gd name="connsiteY8" fmla="*/ 1550995 h 12817078"/>
                <a:gd name="connsiteX9" fmla="*/ 13156100 w 13299598"/>
                <a:gd name="connsiteY9" fmla="*/ 2134144 h 12817078"/>
                <a:gd name="connsiteX10" fmla="*/ 12487463 w 13299598"/>
                <a:gd name="connsiteY10" fmla="*/ 3056193 h 12817078"/>
                <a:gd name="connsiteX11" fmla="*/ 12304274 w 13299598"/>
                <a:gd name="connsiteY11" fmla="*/ 3260753 h 12817078"/>
                <a:gd name="connsiteX12" fmla="*/ 11455502 w 13299598"/>
                <a:gd name="connsiteY12" fmla="*/ 4271342 h 12817078"/>
                <a:gd name="connsiteX13" fmla="*/ 10249512 w 13299598"/>
                <a:gd name="connsiteY13" fmla="*/ 7983959 h 12817078"/>
                <a:gd name="connsiteX14" fmla="*/ 10200661 w 13299598"/>
                <a:gd name="connsiteY14" fmla="*/ 8359495 h 12817078"/>
                <a:gd name="connsiteX15" fmla="*/ 5129397 w 13299598"/>
                <a:gd name="connsiteY15" fmla="*/ 12817078 h 1281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299598" h="12817078">
                  <a:moveTo>
                    <a:pt x="5132451" y="12814026"/>
                  </a:moveTo>
                  <a:cubicBezTo>
                    <a:pt x="4900412" y="12814026"/>
                    <a:pt x="4668374" y="12798759"/>
                    <a:pt x="4436335" y="12765175"/>
                  </a:cubicBezTo>
                  <a:cubicBezTo>
                    <a:pt x="3837919" y="12682741"/>
                    <a:pt x="3263929" y="12499551"/>
                    <a:pt x="2732683" y="12218663"/>
                  </a:cubicBezTo>
                  <a:cubicBezTo>
                    <a:pt x="836684" y="11214180"/>
                    <a:pt x="-241075" y="9104461"/>
                    <a:pt x="45921" y="6967264"/>
                  </a:cubicBezTo>
                  <a:cubicBezTo>
                    <a:pt x="125302" y="6368849"/>
                    <a:pt x="302384" y="5459013"/>
                    <a:pt x="897746" y="4463690"/>
                  </a:cubicBezTo>
                  <a:cubicBezTo>
                    <a:pt x="1593862" y="3300444"/>
                    <a:pt x="2699099" y="2305120"/>
                    <a:pt x="4179871" y="1502145"/>
                  </a:cubicBezTo>
                  <a:cubicBezTo>
                    <a:pt x="5898789" y="577043"/>
                    <a:pt x="8210015" y="0"/>
                    <a:pt x="10218981" y="0"/>
                  </a:cubicBezTo>
                  <a:cubicBezTo>
                    <a:pt x="11492139" y="0"/>
                    <a:pt x="12466091" y="235092"/>
                    <a:pt x="12890478" y="647266"/>
                  </a:cubicBezTo>
                  <a:cubicBezTo>
                    <a:pt x="13149994" y="876251"/>
                    <a:pt x="13299598" y="1205990"/>
                    <a:pt x="13299598" y="1550995"/>
                  </a:cubicBezTo>
                  <a:cubicBezTo>
                    <a:pt x="13299598" y="1755555"/>
                    <a:pt x="13250748" y="1957062"/>
                    <a:pt x="13156100" y="2134144"/>
                  </a:cubicBezTo>
                  <a:cubicBezTo>
                    <a:pt x="13024815" y="2427246"/>
                    <a:pt x="12801936" y="2702028"/>
                    <a:pt x="12487463" y="3056193"/>
                  </a:cubicBezTo>
                  <a:cubicBezTo>
                    <a:pt x="12426400" y="3123361"/>
                    <a:pt x="12365337" y="3190531"/>
                    <a:pt x="12304274" y="3260753"/>
                  </a:cubicBezTo>
                  <a:cubicBezTo>
                    <a:pt x="12038651" y="3553854"/>
                    <a:pt x="11736390" y="3886646"/>
                    <a:pt x="11455502" y="4271342"/>
                  </a:cubicBezTo>
                  <a:cubicBezTo>
                    <a:pt x="10560932" y="5498704"/>
                    <a:pt x="10386903" y="6875670"/>
                    <a:pt x="10249512" y="7983959"/>
                  </a:cubicBezTo>
                  <a:cubicBezTo>
                    <a:pt x="10234246" y="8112191"/>
                    <a:pt x="10218981" y="8237370"/>
                    <a:pt x="10200661" y="8359495"/>
                  </a:cubicBezTo>
                  <a:cubicBezTo>
                    <a:pt x="9858710" y="10902760"/>
                    <a:pt x="7675715" y="12817078"/>
                    <a:pt x="5129397" y="12817078"/>
                  </a:cubicBezTo>
                  <a:close/>
                </a:path>
              </a:pathLst>
            </a:custGeom>
            <a:gradFill>
              <a:gsLst>
                <a:gs pos="0">
                  <a:srgbClr val="0BD7A1"/>
                </a:gs>
                <a:gs pos="100000">
                  <a:srgbClr val="0D09B5"/>
                </a:gs>
              </a:gsLst>
              <a:lin ang="18600000" scaled="0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397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de-DE" dirty="0"/>
            </a:p>
          </p:txBody>
        </p:sp>
        <p:sp>
          <p:nvSpPr>
            <p:cNvPr id="4" name="Deep Blue">
              <a:extLst>
                <a:ext uri="{FF2B5EF4-FFF2-40B4-BE49-F238E27FC236}">
                  <a16:creationId xmlns:a16="http://schemas.microsoft.com/office/drawing/2014/main" id="{2E0A7319-0B72-87C8-2E0D-B3C2501232CE}"/>
                </a:ext>
              </a:extLst>
            </p:cNvPr>
            <p:cNvSpPr/>
            <p:nvPr userDrawn="1"/>
          </p:nvSpPr>
          <p:spPr bwMode="gray">
            <a:xfrm rot="5400000">
              <a:off x="-3943703" y="-459432"/>
              <a:ext cx="5793333" cy="5583147"/>
            </a:xfrm>
            <a:custGeom>
              <a:avLst/>
              <a:gdLst>
                <a:gd name="connsiteX0" fmla="*/ 5132451 w 13299598"/>
                <a:gd name="connsiteY0" fmla="*/ 12814026 h 12817078"/>
                <a:gd name="connsiteX1" fmla="*/ 4436335 w 13299598"/>
                <a:gd name="connsiteY1" fmla="*/ 12765175 h 12817078"/>
                <a:gd name="connsiteX2" fmla="*/ 2732683 w 13299598"/>
                <a:gd name="connsiteY2" fmla="*/ 12218663 h 12817078"/>
                <a:gd name="connsiteX3" fmla="*/ 45921 w 13299598"/>
                <a:gd name="connsiteY3" fmla="*/ 6967264 h 12817078"/>
                <a:gd name="connsiteX4" fmla="*/ 897746 w 13299598"/>
                <a:gd name="connsiteY4" fmla="*/ 4463690 h 12817078"/>
                <a:gd name="connsiteX5" fmla="*/ 4179871 w 13299598"/>
                <a:gd name="connsiteY5" fmla="*/ 1502145 h 12817078"/>
                <a:gd name="connsiteX6" fmla="*/ 10218981 w 13299598"/>
                <a:gd name="connsiteY6" fmla="*/ 0 h 12817078"/>
                <a:gd name="connsiteX7" fmla="*/ 12890478 w 13299598"/>
                <a:gd name="connsiteY7" fmla="*/ 647266 h 12817078"/>
                <a:gd name="connsiteX8" fmla="*/ 13299598 w 13299598"/>
                <a:gd name="connsiteY8" fmla="*/ 1550995 h 12817078"/>
                <a:gd name="connsiteX9" fmla="*/ 13156100 w 13299598"/>
                <a:gd name="connsiteY9" fmla="*/ 2134144 h 12817078"/>
                <a:gd name="connsiteX10" fmla="*/ 12487463 w 13299598"/>
                <a:gd name="connsiteY10" fmla="*/ 3056193 h 12817078"/>
                <a:gd name="connsiteX11" fmla="*/ 12304274 w 13299598"/>
                <a:gd name="connsiteY11" fmla="*/ 3260753 h 12817078"/>
                <a:gd name="connsiteX12" fmla="*/ 11455502 w 13299598"/>
                <a:gd name="connsiteY12" fmla="*/ 4271342 h 12817078"/>
                <a:gd name="connsiteX13" fmla="*/ 10249512 w 13299598"/>
                <a:gd name="connsiteY13" fmla="*/ 7983959 h 12817078"/>
                <a:gd name="connsiteX14" fmla="*/ 10200661 w 13299598"/>
                <a:gd name="connsiteY14" fmla="*/ 8359495 h 12817078"/>
                <a:gd name="connsiteX15" fmla="*/ 5129397 w 13299598"/>
                <a:gd name="connsiteY15" fmla="*/ 12817078 h 1281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299598" h="12817078">
                  <a:moveTo>
                    <a:pt x="5132451" y="12814026"/>
                  </a:moveTo>
                  <a:cubicBezTo>
                    <a:pt x="4900412" y="12814026"/>
                    <a:pt x="4668374" y="12798759"/>
                    <a:pt x="4436335" y="12765175"/>
                  </a:cubicBezTo>
                  <a:cubicBezTo>
                    <a:pt x="3837919" y="12682741"/>
                    <a:pt x="3263929" y="12499551"/>
                    <a:pt x="2732683" y="12218663"/>
                  </a:cubicBezTo>
                  <a:cubicBezTo>
                    <a:pt x="836684" y="11214180"/>
                    <a:pt x="-241075" y="9104461"/>
                    <a:pt x="45921" y="6967264"/>
                  </a:cubicBezTo>
                  <a:cubicBezTo>
                    <a:pt x="125302" y="6368849"/>
                    <a:pt x="302384" y="5459013"/>
                    <a:pt x="897746" y="4463690"/>
                  </a:cubicBezTo>
                  <a:cubicBezTo>
                    <a:pt x="1593862" y="3300444"/>
                    <a:pt x="2699099" y="2305120"/>
                    <a:pt x="4179871" y="1502145"/>
                  </a:cubicBezTo>
                  <a:cubicBezTo>
                    <a:pt x="5898789" y="577043"/>
                    <a:pt x="8210015" y="0"/>
                    <a:pt x="10218981" y="0"/>
                  </a:cubicBezTo>
                  <a:cubicBezTo>
                    <a:pt x="11492139" y="0"/>
                    <a:pt x="12466091" y="235092"/>
                    <a:pt x="12890478" y="647266"/>
                  </a:cubicBezTo>
                  <a:cubicBezTo>
                    <a:pt x="13149994" y="876251"/>
                    <a:pt x="13299598" y="1205990"/>
                    <a:pt x="13299598" y="1550995"/>
                  </a:cubicBezTo>
                  <a:cubicBezTo>
                    <a:pt x="13299598" y="1755555"/>
                    <a:pt x="13250748" y="1957062"/>
                    <a:pt x="13156100" y="2134144"/>
                  </a:cubicBezTo>
                  <a:cubicBezTo>
                    <a:pt x="13024815" y="2427246"/>
                    <a:pt x="12801936" y="2702028"/>
                    <a:pt x="12487463" y="3056193"/>
                  </a:cubicBezTo>
                  <a:cubicBezTo>
                    <a:pt x="12426400" y="3123361"/>
                    <a:pt x="12365337" y="3190531"/>
                    <a:pt x="12304274" y="3260753"/>
                  </a:cubicBezTo>
                  <a:cubicBezTo>
                    <a:pt x="12038651" y="3553854"/>
                    <a:pt x="11736390" y="3886646"/>
                    <a:pt x="11455502" y="4271342"/>
                  </a:cubicBezTo>
                  <a:cubicBezTo>
                    <a:pt x="10560932" y="5498704"/>
                    <a:pt x="10386903" y="6875670"/>
                    <a:pt x="10249512" y="7983959"/>
                  </a:cubicBezTo>
                  <a:cubicBezTo>
                    <a:pt x="10234246" y="8112191"/>
                    <a:pt x="10218981" y="8237370"/>
                    <a:pt x="10200661" y="8359495"/>
                  </a:cubicBezTo>
                  <a:cubicBezTo>
                    <a:pt x="9858710" y="10902760"/>
                    <a:pt x="7675715" y="12817078"/>
                    <a:pt x="5129397" y="12817078"/>
                  </a:cubicBezTo>
                  <a:close/>
                </a:path>
              </a:pathLst>
            </a:custGeom>
            <a:noFill/>
            <a:ln w="63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1625397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de-DE" sz="1200" dirty="0"/>
            </a:p>
          </p:txBody>
        </p:sp>
      </p:grpSp>
      <p:pic>
        <p:nvPicPr>
          <p:cNvPr id="8" name="evoila">
            <a:extLst>
              <a:ext uri="{FF2B5EF4-FFF2-40B4-BE49-F238E27FC236}">
                <a16:creationId xmlns:a16="http://schemas.microsoft.com/office/drawing/2014/main" id="{90FECF07-1E2E-8148-3C72-F2044D05E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10968608" y="6381344"/>
            <a:ext cx="600000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11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287" userDrawn="1">
          <p15:clr>
            <a:srgbClr val="F26B43"/>
          </p15:clr>
        </p15:guide>
        <p15:guide id="3" orient="horz" pos="1071" userDrawn="1">
          <p15:clr>
            <a:srgbClr val="F26B43"/>
          </p15:clr>
        </p15:guide>
        <p15:guide id="5" orient="horz" pos="3475" userDrawn="1">
          <p15:clr>
            <a:srgbClr val="F26B43"/>
          </p15:clr>
        </p15:guide>
        <p15:guide id="7" pos="4021" userDrawn="1">
          <p15:clr>
            <a:srgbClr val="F26B43"/>
          </p15:clr>
        </p15:guide>
        <p15:guide id="8" pos="6562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|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tage">
            <a:extLst>
              <a:ext uri="{FF2B5EF4-FFF2-40B4-BE49-F238E27FC236}">
                <a16:creationId xmlns:a16="http://schemas.microsoft.com/office/drawing/2014/main" id="{4F461B3C-D3B7-F9CB-A75C-052E3B966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263352" y="260648"/>
            <a:ext cx="11665296" cy="5760640"/>
          </a:xfrm>
          <a:prstGeom prst="roundRect">
            <a:avLst>
              <a:gd name="adj" fmla="val 7496"/>
            </a:avLst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880B87E-7141-1695-39A0-83587947369C}"/>
              </a:ext>
            </a:extLst>
          </p:cNvPr>
          <p:cNvGrpSpPr/>
          <p:nvPr userDrawn="1"/>
        </p:nvGrpSpPr>
        <p:grpSpPr bwMode="ltGray">
          <a:xfrm>
            <a:off x="-2231220" y="-459432"/>
            <a:ext cx="8443118" cy="9690149"/>
            <a:chOff x="-2231220" y="-459432"/>
            <a:chExt cx="8443118" cy="9690149"/>
          </a:xfrm>
        </p:grpSpPr>
        <p:sp>
          <p:nvSpPr>
            <p:cNvPr id="24" name="Green">
              <a:extLst>
                <a:ext uri="{FF2B5EF4-FFF2-40B4-BE49-F238E27FC236}">
                  <a16:creationId xmlns:a16="http://schemas.microsoft.com/office/drawing/2014/main" id="{6F34D6A2-2467-5966-FF05-5A94753E0D4C}"/>
                </a:ext>
              </a:extLst>
            </p:cNvPr>
            <p:cNvSpPr/>
            <p:nvPr userDrawn="1"/>
          </p:nvSpPr>
          <p:spPr bwMode="ltGray">
            <a:xfrm>
              <a:off x="-2231220" y="-459432"/>
              <a:ext cx="5793333" cy="5583147"/>
            </a:xfrm>
            <a:custGeom>
              <a:avLst/>
              <a:gdLst>
                <a:gd name="connsiteX0" fmla="*/ 5132451 w 13299598"/>
                <a:gd name="connsiteY0" fmla="*/ 12814026 h 12817078"/>
                <a:gd name="connsiteX1" fmla="*/ 4436335 w 13299598"/>
                <a:gd name="connsiteY1" fmla="*/ 12765175 h 12817078"/>
                <a:gd name="connsiteX2" fmla="*/ 2732683 w 13299598"/>
                <a:gd name="connsiteY2" fmla="*/ 12218663 h 12817078"/>
                <a:gd name="connsiteX3" fmla="*/ 45921 w 13299598"/>
                <a:gd name="connsiteY3" fmla="*/ 6967264 h 12817078"/>
                <a:gd name="connsiteX4" fmla="*/ 897746 w 13299598"/>
                <a:gd name="connsiteY4" fmla="*/ 4463690 h 12817078"/>
                <a:gd name="connsiteX5" fmla="*/ 4179871 w 13299598"/>
                <a:gd name="connsiteY5" fmla="*/ 1502145 h 12817078"/>
                <a:gd name="connsiteX6" fmla="*/ 10218981 w 13299598"/>
                <a:gd name="connsiteY6" fmla="*/ 0 h 12817078"/>
                <a:gd name="connsiteX7" fmla="*/ 12890478 w 13299598"/>
                <a:gd name="connsiteY7" fmla="*/ 647266 h 12817078"/>
                <a:gd name="connsiteX8" fmla="*/ 13299598 w 13299598"/>
                <a:gd name="connsiteY8" fmla="*/ 1550995 h 12817078"/>
                <a:gd name="connsiteX9" fmla="*/ 13156100 w 13299598"/>
                <a:gd name="connsiteY9" fmla="*/ 2134144 h 12817078"/>
                <a:gd name="connsiteX10" fmla="*/ 12487463 w 13299598"/>
                <a:gd name="connsiteY10" fmla="*/ 3056193 h 12817078"/>
                <a:gd name="connsiteX11" fmla="*/ 12304274 w 13299598"/>
                <a:gd name="connsiteY11" fmla="*/ 3260753 h 12817078"/>
                <a:gd name="connsiteX12" fmla="*/ 11455502 w 13299598"/>
                <a:gd name="connsiteY12" fmla="*/ 4271342 h 12817078"/>
                <a:gd name="connsiteX13" fmla="*/ 10249512 w 13299598"/>
                <a:gd name="connsiteY13" fmla="*/ 7983959 h 12817078"/>
                <a:gd name="connsiteX14" fmla="*/ 10200661 w 13299598"/>
                <a:gd name="connsiteY14" fmla="*/ 8359495 h 12817078"/>
                <a:gd name="connsiteX15" fmla="*/ 5129397 w 13299598"/>
                <a:gd name="connsiteY15" fmla="*/ 12817078 h 1281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299598" h="12817078">
                  <a:moveTo>
                    <a:pt x="5132451" y="12814026"/>
                  </a:moveTo>
                  <a:cubicBezTo>
                    <a:pt x="4900412" y="12814026"/>
                    <a:pt x="4668374" y="12798759"/>
                    <a:pt x="4436335" y="12765175"/>
                  </a:cubicBezTo>
                  <a:cubicBezTo>
                    <a:pt x="3837919" y="12682741"/>
                    <a:pt x="3263929" y="12499551"/>
                    <a:pt x="2732683" y="12218663"/>
                  </a:cubicBezTo>
                  <a:cubicBezTo>
                    <a:pt x="836684" y="11214180"/>
                    <a:pt x="-241075" y="9104461"/>
                    <a:pt x="45921" y="6967264"/>
                  </a:cubicBezTo>
                  <a:cubicBezTo>
                    <a:pt x="125302" y="6368849"/>
                    <a:pt x="302384" y="5459013"/>
                    <a:pt x="897746" y="4463690"/>
                  </a:cubicBezTo>
                  <a:cubicBezTo>
                    <a:pt x="1593862" y="3300444"/>
                    <a:pt x="2699099" y="2305120"/>
                    <a:pt x="4179871" y="1502145"/>
                  </a:cubicBezTo>
                  <a:cubicBezTo>
                    <a:pt x="5898789" y="577043"/>
                    <a:pt x="8210015" y="0"/>
                    <a:pt x="10218981" y="0"/>
                  </a:cubicBezTo>
                  <a:cubicBezTo>
                    <a:pt x="11492139" y="0"/>
                    <a:pt x="12466091" y="235092"/>
                    <a:pt x="12890478" y="647266"/>
                  </a:cubicBezTo>
                  <a:cubicBezTo>
                    <a:pt x="13149994" y="876251"/>
                    <a:pt x="13299598" y="1205990"/>
                    <a:pt x="13299598" y="1550995"/>
                  </a:cubicBezTo>
                  <a:cubicBezTo>
                    <a:pt x="13299598" y="1755555"/>
                    <a:pt x="13250748" y="1957062"/>
                    <a:pt x="13156100" y="2134144"/>
                  </a:cubicBezTo>
                  <a:cubicBezTo>
                    <a:pt x="13024815" y="2427246"/>
                    <a:pt x="12801936" y="2702028"/>
                    <a:pt x="12487463" y="3056193"/>
                  </a:cubicBezTo>
                  <a:cubicBezTo>
                    <a:pt x="12426400" y="3123361"/>
                    <a:pt x="12365337" y="3190531"/>
                    <a:pt x="12304274" y="3260753"/>
                  </a:cubicBezTo>
                  <a:cubicBezTo>
                    <a:pt x="12038651" y="3553854"/>
                    <a:pt x="11736390" y="3886646"/>
                    <a:pt x="11455502" y="4271342"/>
                  </a:cubicBezTo>
                  <a:cubicBezTo>
                    <a:pt x="10560932" y="5498704"/>
                    <a:pt x="10386903" y="6875670"/>
                    <a:pt x="10249512" y="7983959"/>
                  </a:cubicBezTo>
                  <a:cubicBezTo>
                    <a:pt x="10234246" y="8112191"/>
                    <a:pt x="10218981" y="8237370"/>
                    <a:pt x="10200661" y="8359495"/>
                  </a:cubicBezTo>
                  <a:cubicBezTo>
                    <a:pt x="9858710" y="10902760"/>
                    <a:pt x="7675715" y="12817078"/>
                    <a:pt x="5129397" y="12817078"/>
                  </a:cubicBezTo>
                  <a:close/>
                </a:path>
              </a:pathLst>
            </a:custGeom>
            <a:solidFill>
              <a:srgbClr val="0BD7A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397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dirty="0"/>
            </a:p>
          </p:txBody>
        </p:sp>
        <p:sp>
          <p:nvSpPr>
            <p:cNvPr id="25" name="Deep Blue">
              <a:extLst>
                <a:ext uri="{FF2B5EF4-FFF2-40B4-BE49-F238E27FC236}">
                  <a16:creationId xmlns:a16="http://schemas.microsoft.com/office/drawing/2014/main" id="{F7CBF1D5-6221-BA12-3D32-432033CC0225}"/>
                </a:ext>
              </a:extLst>
            </p:cNvPr>
            <p:cNvSpPr/>
            <p:nvPr userDrawn="1"/>
          </p:nvSpPr>
          <p:spPr bwMode="ltGray">
            <a:xfrm rot="16200000">
              <a:off x="523658" y="3542477"/>
              <a:ext cx="5793333" cy="5583147"/>
            </a:xfrm>
            <a:custGeom>
              <a:avLst/>
              <a:gdLst>
                <a:gd name="connsiteX0" fmla="*/ 5132451 w 13299598"/>
                <a:gd name="connsiteY0" fmla="*/ 12814026 h 12817078"/>
                <a:gd name="connsiteX1" fmla="*/ 4436335 w 13299598"/>
                <a:gd name="connsiteY1" fmla="*/ 12765175 h 12817078"/>
                <a:gd name="connsiteX2" fmla="*/ 2732683 w 13299598"/>
                <a:gd name="connsiteY2" fmla="*/ 12218663 h 12817078"/>
                <a:gd name="connsiteX3" fmla="*/ 45921 w 13299598"/>
                <a:gd name="connsiteY3" fmla="*/ 6967264 h 12817078"/>
                <a:gd name="connsiteX4" fmla="*/ 897746 w 13299598"/>
                <a:gd name="connsiteY4" fmla="*/ 4463690 h 12817078"/>
                <a:gd name="connsiteX5" fmla="*/ 4179871 w 13299598"/>
                <a:gd name="connsiteY5" fmla="*/ 1502145 h 12817078"/>
                <a:gd name="connsiteX6" fmla="*/ 10218981 w 13299598"/>
                <a:gd name="connsiteY6" fmla="*/ 0 h 12817078"/>
                <a:gd name="connsiteX7" fmla="*/ 12890478 w 13299598"/>
                <a:gd name="connsiteY7" fmla="*/ 647266 h 12817078"/>
                <a:gd name="connsiteX8" fmla="*/ 13299598 w 13299598"/>
                <a:gd name="connsiteY8" fmla="*/ 1550995 h 12817078"/>
                <a:gd name="connsiteX9" fmla="*/ 13156100 w 13299598"/>
                <a:gd name="connsiteY9" fmla="*/ 2134144 h 12817078"/>
                <a:gd name="connsiteX10" fmla="*/ 12487463 w 13299598"/>
                <a:gd name="connsiteY10" fmla="*/ 3056193 h 12817078"/>
                <a:gd name="connsiteX11" fmla="*/ 12304274 w 13299598"/>
                <a:gd name="connsiteY11" fmla="*/ 3260753 h 12817078"/>
                <a:gd name="connsiteX12" fmla="*/ 11455502 w 13299598"/>
                <a:gd name="connsiteY12" fmla="*/ 4271342 h 12817078"/>
                <a:gd name="connsiteX13" fmla="*/ 10249512 w 13299598"/>
                <a:gd name="connsiteY13" fmla="*/ 7983959 h 12817078"/>
                <a:gd name="connsiteX14" fmla="*/ 10200661 w 13299598"/>
                <a:gd name="connsiteY14" fmla="*/ 8359495 h 12817078"/>
                <a:gd name="connsiteX15" fmla="*/ 5129397 w 13299598"/>
                <a:gd name="connsiteY15" fmla="*/ 12817078 h 1281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299598" h="12817078">
                  <a:moveTo>
                    <a:pt x="5132451" y="12814026"/>
                  </a:moveTo>
                  <a:cubicBezTo>
                    <a:pt x="4900412" y="12814026"/>
                    <a:pt x="4668374" y="12798759"/>
                    <a:pt x="4436335" y="12765175"/>
                  </a:cubicBezTo>
                  <a:cubicBezTo>
                    <a:pt x="3837919" y="12682741"/>
                    <a:pt x="3263929" y="12499551"/>
                    <a:pt x="2732683" y="12218663"/>
                  </a:cubicBezTo>
                  <a:cubicBezTo>
                    <a:pt x="836684" y="11214180"/>
                    <a:pt x="-241075" y="9104461"/>
                    <a:pt x="45921" y="6967264"/>
                  </a:cubicBezTo>
                  <a:cubicBezTo>
                    <a:pt x="125302" y="6368849"/>
                    <a:pt x="302384" y="5459013"/>
                    <a:pt x="897746" y="4463690"/>
                  </a:cubicBezTo>
                  <a:cubicBezTo>
                    <a:pt x="1593862" y="3300444"/>
                    <a:pt x="2699099" y="2305120"/>
                    <a:pt x="4179871" y="1502145"/>
                  </a:cubicBezTo>
                  <a:cubicBezTo>
                    <a:pt x="5898789" y="577043"/>
                    <a:pt x="8210015" y="0"/>
                    <a:pt x="10218981" y="0"/>
                  </a:cubicBezTo>
                  <a:cubicBezTo>
                    <a:pt x="11492139" y="0"/>
                    <a:pt x="12466091" y="235092"/>
                    <a:pt x="12890478" y="647266"/>
                  </a:cubicBezTo>
                  <a:cubicBezTo>
                    <a:pt x="13149994" y="876251"/>
                    <a:pt x="13299598" y="1205990"/>
                    <a:pt x="13299598" y="1550995"/>
                  </a:cubicBezTo>
                  <a:cubicBezTo>
                    <a:pt x="13299598" y="1755555"/>
                    <a:pt x="13250748" y="1957062"/>
                    <a:pt x="13156100" y="2134144"/>
                  </a:cubicBezTo>
                  <a:cubicBezTo>
                    <a:pt x="13024815" y="2427246"/>
                    <a:pt x="12801936" y="2702028"/>
                    <a:pt x="12487463" y="3056193"/>
                  </a:cubicBezTo>
                  <a:cubicBezTo>
                    <a:pt x="12426400" y="3123361"/>
                    <a:pt x="12365337" y="3190531"/>
                    <a:pt x="12304274" y="3260753"/>
                  </a:cubicBezTo>
                  <a:cubicBezTo>
                    <a:pt x="12038651" y="3553854"/>
                    <a:pt x="11736390" y="3886646"/>
                    <a:pt x="11455502" y="4271342"/>
                  </a:cubicBezTo>
                  <a:cubicBezTo>
                    <a:pt x="10560932" y="5498704"/>
                    <a:pt x="10386903" y="6875670"/>
                    <a:pt x="10249512" y="7983959"/>
                  </a:cubicBezTo>
                  <a:cubicBezTo>
                    <a:pt x="10234246" y="8112191"/>
                    <a:pt x="10218981" y="8237370"/>
                    <a:pt x="10200661" y="8359495"/>
                  </a:cubicBezTo>
                  <a:cubicBezTo>
                    <a:pt x="9858710" y="10902760"/>
                    <a:pt x="7675715" y="12817078"/>
                    <a:pt x="5129397" y="12817078"/>
                  </a:cubicBezTo>
                  <a:close/>
                </a:path>
              </a:pathLst>
            </a:custGeom>
            <a:solidFill>
              <a:srgbClr val="0D09B5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397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9587EFD-B7EC-1A57-E4FC-35AB1DA44C08}"/>
                </a:ext>
              </a:extLst>
            </p:cNvPr>
            <p:cNvSpPr/>
            <p:nvPr userDrawn="1"/>
          </p:nvSpPr>
          <p:spPr bwMode="ltGray">
            <a:xfrm rot="16200000">
              <a:off x="526079" y="3540055"/>
              <a:ext cx="1591596" cy="1386252"/>
            </a:xfrm>
            <a:custGeom>
              <a:avLst/>
              <a:gdLst>
                <a:gd name="connsiteX0" fmla="*/ 1591596 w 1591596"/>
                <a:gd name="connsiteY0" fmla="*/ 675617 h 1386252"/>
                <a:gd name="connsiteX1" fmla="*/ 1529088 w 1591596"/>
                <a:gd name="connsiteY1" fmla="*/ 929638 h 1386252"/>
                <a:gd name="connsiteX2" fmla="*/ 1237829 w 1591596"/>
                <a:gd name="connsiteY2" fmla="*/ 1331284 h 1386252"/>
                <a:gd name="connsiteX3" fmla="*/ 1188604 w 1591596"/>
                <a:gd name="connsiteY3" fmla="*/ 1386252 h 1386252"/>
                <a:gd name="connsiteX4" fmla="*/ 1076227 w 1591596"/>
                <a:gd name="connsiteY4" fmla="*/ 1331433 h 1386252"/>
                <a:gd name="connsiteX5" fmla="*/ 52869 w 1591596"/>
                <a:gd name="connsiteY5" fmla="*/ 166559 h 1386252"/>
                <a:gd name="connsiteX6" fmla="*/ 0 w 1591596"/>
                <a:gd name="connsiteY6" fmla="*/ 8673 h 1386252"/>
                <a:gd name="connsiteX7" fmla="*/ 249673 w 1591596"/>
                <a:gd name="connsiteY7" fmla="*/ 0 h 1386252"/>
                <a:gd name="connsiteX8" fmla="*/ 1413382 w 1591596"/>
                <a:gd name="connsiteY8" fmla="*/ 281951 h 1386252"/>
                <a:gd name="connsiteX9" fmla="*/ 1591596 w 1591596"/>
                <a:gd name="connsiteY9" fmla="*/ 675617 h 1386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91596" h="1386252">
                  <a:moveTo>
                    <a:pt x="1591596" y="675617"/>
                  </a:moveTo>
                  <a:cubicBezTo>
                    <a:pt x="1591596" y="764724"/>
                    <a:pt x="1570317" y="852501"/>
                    <a:pt x="1529088" y="929638"/>
                  </a:cubicBezTo>
                  <a:cubicBezTo>
                    <a:pt x="1471900" y="1057314"/>
                    <a:pt x="1374814" y="1177009"/>
                    <a:pt x="1237829" y="1331284"/>
                  </a:cubicBezTo>
                  <a:lnTo>
                    <a:pt x="1188604" y="1386252"/>
                  </a:lnTo>
                  <a:lnTo>
                    <a:pt x="1076227" y="1331433"/>
                  </a:lnTo>
                  <a:cubicBezTo>
                    <a:pt x="608291" y="1076580"/>
                    <a:pt x="243842" y="661468"/>
                    <a:pt x="52869" y="166559"/>
                  </a:cubicBezTo>
                  <a:lnTo>
                    <a:pt x="0" y="8673"/>
                  </a:lnTo>
                  <a:lnTo>
                    <a:pt x="249673" y="0"/>
                  </a:lnTo>
                  <a:cubicBezTo>
                    <a:pt x="804263" y="0"/>
                    <a:pt x="1228518" y="102407"/>
                    <a:pt x="1413382" y="281951"/>
                  </a:cubicBezTo>
                  <a:cubicBezTo>
                    <a:pt x="1526428" y="381697"/>
                    <a:pt x="1591596" y="525332"/>
                    <a:pt x="1591596" y="675617"/>
                  </a:cubicBezTo>
                  <a:close/>
                </a:path>
              </a:pathLst>
            </a:custGeom>
            <a:solidFill>
              <a:srgbClr val="0075E4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1625397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952388-944E-0591-329C-9E623A9AFC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232480" y="2852829"/>
            <a:ext cx="6335633" cy="1728000"/>
          </a:xfrm>
        </p:spPr>
        <p:txBody>
          <a:bodyPr lIns="0" anchor="t"/>
          <a:lstStyle>
            <a:lvl1pPr algn="l">
              <a:lnSpc>
                <a:spcPct val="9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Name of the current chapter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17CB2-EB8E-F35F-05C5-4635FD29F1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231904" y="2348936"/>
            <a:ext cx="576064" cy="504000"/>
          </a:xfrm>
        </p:spPr>
        <p:txBody>
          <a:bodyPr lIns="1800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B0EE4124-90BF-21C6-3665-570C0E76E0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Optional Footer | Title of presentation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9F3F9190-B87C-C0FF-299A-179BC6398E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496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287" userDrawn="1">
          <p15:clr>
            <a:srgbClr val="F26B43"/>
          </p15:clr>
        </p15:guide>
        <p15:guide id="3" orient="horz" pos="1797" userDrawn="1">
          <p15:clr>
            <a:srgbClr val="F26B43"/>
          </p15:clr>
        </p15:guide>
        <p15:guide id="4" pos="3296" userDrawn="1">
          <p15:clr>
            <a:srgbClr val="F26B43"/>
          </p15:clr>
        </p15:guide>
        <p15:guide id="5" orient="horz" pos="2886" userDrawn="1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age">
            <a:extLst>
              <a:ext uri="{FF2B5EF4-FFF2-40B4-BE49-F238E27FC236}">
                <a16:creationId xmlns:a16="http://schemas.microsoft.com/office/drawing/2014/main" id="{6525EEA1-B929-63D8-C160-46DB2FB55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52388-944E-0591-329C-9E623A9AFC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231902" y="2852829"/>
            <a:ext cx="6336000" cy="1728000"/>
          </a:xfrm>
        </p:spPr>
        <p:txBody>
          <a:bodyPr lIns="0" anchor="t"/>
          <a:lstStyle>
            <a:lvl1pPr algn="l"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the current chapter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17CB2-EB8E-F35F-05C5-4635FD29F1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231904" y="2348936"/>
            <a:ext cx="576000" cy="504000"/>
          </a:xfrm>
        </p:spPr>
        <p:txBody>
          <a:bodyPr l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pic>
        <p:nvPicPr>
          <p:cNvPr id="13" name="evoila">
            <a:extLst>
              <a:ext uri="{FF2B5EF4-FFF2-40B4-BE49-F238E27FC236}">
                <a16:creationId xmlns:a16="http://schemas.microsoft.com/office/drawing/2014/main" id="{ED340423-CB24-85B3-A700-E1658512B2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10968608" y="6381344"/>
            <a:ext cx="600000" cy="144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BC34B29-A874-A905-B8B9-973C9D6C46E9}"/>
              </a:ext>
            </a:extLst>
          </p:cNvPr>
          <p:cNvGrpSpPr/>
          <p:nvPr userDrawn="1"/>
        </p:nvGrpSpPr>
        <p:grpSpPr bwMode="gray">
          <a:xfrm>
            <a:off x="-2231220" y="-459432"/>
            <a:ext cx="8443118" cy="9690149"/>
            <a:chOff x="-2231220" y="-459432"/>
            <a:chExt cx="8443118" cy="9690149"/>
          </a:xfrm>
        </p:grpSpPr>
        <p:sp>
          <p:nvSpPr>
            <p:cNvPr id="18" name="Green">
              <a:extLst>
                <a:ext uri="{FF2B5EF4-FFF2-40B4-BE49-F238E27FC236}">
                  <a16:creationId xmlns:a16="http://schemas.microsoft.com/office/drawing/2014/main" id="{05FA353C-D4D8-048A-8913-8CB079B198EE}"/>
                </a:ext>
              </a:extLst>
            </p:cNvPr>
            <p:cNvSpPr/>
            <p:nvPr userDrawn="1"/>
          </p:nvSpPr>
          <p:spPr bwMode="gray">
            <a:xfrm>
              <a:off x="-2231220" y="-459432"/>
              <a:ext cx="5793333" cy="5583147"/>
            </a:xfrm>
            <a:custGeom>
              <a:avLst/>
              <a:gdLst>
                <a:gd name="connsiteX0" fmla="*/ 5132451 w 13299598"/>
                <a:gd name="connsiteY0" fmla="*/ 12814026 h 12817078"/>
                <a:gd name="connsiteX1" fmla="*/ 4436335 w 13299598"/>
                <a:gd name="connsiteY1" fmla="*/ 12765175 h 12817078"/>
                <a:gd name="connsiteX2" fmla="*/ 2732683 w 13299598"/>
                <a:gd name="connsiteY2" fmla="*/ 12218663 h 12817078"/>
                <a:gd name="connsiteX3" fmla="*/ 45921 w 13299598"/>
                <a:gd name="connsiteY3" fmla="*/ 6967264 h 12817078"/>
                <a:gd name="connsiteX4" fmla="*/ 897746 w 13299598"/>
                <a:gd name="connsiteY4" fmla="*/ 4463690 h 12817078"/>
                <a:gd name="connsiteX5" fmla="*/ 4179871 w 13299598"/>
                <a:gd name="connsiteY5" fmla="*/ 1502145 h 12817078"/>
                <a:gd name="connsiteX6" fmla="*/ 10218981 w 13299598"/>
                <a:gd name="connsiteY6" fmla="*/ 0 h 12817078"/>
                <a:gd name="connsiteX7" fmla="*/ 12890478 w 13299598"/>
                <a:gd name="connsiteY7" fmla="*/ 647266 h 12817078"/>
                <a:gd name="connsiteX8" fmla="*/ 13299598 w 13299598"/>
                <a:gd name="connsiteY8" fmla="*/ 1550995 h 12817078"/>
                <a:gd name="connsiteX9" fmla="*/ 13156100 w 13299598"/>
                <a:gd name="connsiteY9" fmla="*/ 2134144 h 12817078"/>
                <a:gd name="connsiteX10" fmla="*/ 12487463 w 13299598"/>
                <a:gd name="connsiteY10" fmla="*/ 3056193 h 12817078"/>
                <a:gd name="connsiteX11" fmla="*/ 12304274 w 13299598"/>
                <a:gd name="connsiteY11" fmla="*/ 3260753 h 12817078"/>
                <a:gd name="connsiteX12" fmla="*/ 11455502 w 13299598"/>
                <a:gd name="connsiteY12" fmla="*/ 4271342 h 12817078"/>
                <a:gd name="connsiteX13" fmla="*/ 10249512 w 13299598"/>
                <a:gd name="connsiteY13" fmla="*/ 7983959 h 12817078"/>
                <a:gd name="connsiteX14" fmla="*/ 10200661 w 13299598"/>
                <a:gd name="connsiteY14" fmla="*/ 8359495 h 12817078"/>
                <a:gd name="connsiteX15" fmla="*/ 5129397 w 13299598"/>
                <a:gd name="connsiteY15" fmla="*/ 12817078 h 1281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299598" h="12817078">
                  <a:moveTo>
                    <a:pt x="5132451" y="12814026"/>
                  </a:moveTo>
                  <a:cubicBezTo>
                    <a:pt x="4900412" y="12814026"/>
                    <a:pt x="4668374" y="12798759"/>
                    <a:pt x="4436335" y="12765175"/>
                  </a:cubicBezTo>
                  <a:cubicBezTo>
                    <a:pt x="3837919" y="12682741"/>
                    <a:pt x="3263929" y="12499551"/>
                    <a:pt x="2732683" y="12218663"/>
                  </a:cubicBezTo>
                  <a:cubicBezTo>
                    <a:pt x="836684" y="11214180"/>
                    <a:pt x="-241075" y="9104461"/>
                    <a:pt x="45921" y="6967264"/>
                  </a:cubicBezTo>
                  <a:cubicBezTo>
                    <a:pt x="125302" y="6368849"/>
                    <a:pt x="302384" y="5459013"/>
                    <a:pt x="897746" y="4463690"/>
                  </a:cubicBezTo>
                  <a:cubicBezTo>
                    <a:pt x="1593862" y="3300444"/>
                    <a:pt x="2699099" y="2305120"/>
                    <a:pt x="4179871" y="1502145"/>
                  </a:cubicBezTo>
                  <a:cubicBezTo>
                    <a:pt x="5898789" y="577043"/>
                    <a:pt x="8210015" y="0"/>
                    <a:pt x="10218981" y="0"/>
                  </a:cubicBezTo>
                  <a:cubicBezTo>
                    <a:pt x="11492139" y="0"/>
                    <a:pt x="12466091" y="235092"/>
                    <a:pt x="12890478" y="647266"/>
                  </a:cubicBezTo>
                  <a:cubicBezTo>
                    <a:pt x="13149994" y="876251"/>
                    <a:pt x="13299598" y="1205990"/>
                    <a:pt x="13299598" y="1550995"/>
                  </a:cubicBezTo>
                  <a:cubicBezTo>
                    <a:pt x="13299598" y="1755555"/>
                    <a:pt x="13250748" y="1957062"/>
                    <a:pt x="13156100" y="2134144"/>
                  </a:cubicBezTo>
                  <a:cubicBezTo>
                    <a:pt x="13024815" y="2427246"/>
                    <a:pt x="12801936" y="2702028"/>
                    <a:pt x="12487463" y="3056193"/>
                  </a:cubicBezTo>
                  <a:cubicBezTo>
                    <a:pt x="12426400" y="3123361"/>
                    <a:pt x="12365337" y="3190531"/>
                    <a:pt x="12304274" y="3260753"/>
                  </a:cubicBezTo>
                  <a:cubicBezTo>
                    <a:pt x="12038651" y="3553854"/>
                    <a:pt x="11736390" y="3886646"/>
                    <a:pt x="11455502" y="4271342"/>
                  </a:cubicBezTo>
                  <a:cubicBezTo>
                    <a:pt x="10560932" y="5498704"/>
                    <a:pt x="10386903" y="6875670"/>
                    <a:pt x="10249512" y="7983959"/>
                  </a:cubicBezTo>
                  <a:cubicBezTo>
                    <a:pt x="10234246" y="8112191"/>
                    <a:pt x="10218981" y="8237370"/>
                    <a:pt x="10200661" y="8359495"/>
                  </a:cubicBezTo>
                  <a:cubicBezTo>
                    <a:pt x="9858710" y="10902760"/>
                    <a:pt x="7675715" y="12817078"/>
                    <a:pt x="5129397" y="12817078"/>
                  </a:cubicBezTo>
                  <a:close/>
                </a:path>
              </a:pathLst>
            </a:custGeom>
            <a:gradFill>
              <a:gsLst>
                <a:gs pos="0">
                  <a:srgbClr val="0BD7A1"/>
                </a:gs>
                <a:gs pos="100000">
                  <a:srgbClr val="0D09B5"/>
                </a:gs>
              </a:gsLst>
              <a:lin ang="18600000" scaled="0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1625397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dirty="0"/>
            </a:p>
          </p:txBody>
        </p:sp>
        <p:sp>
          <p:nvSpPr>
            <p:cNvPr id="19" name="Deep Blue">
              <a:extLst>
                <a:ext uri="{FF2B5EF4-FFF2-40B4-BE49-F238E27FC236}">
                  <a16:creationId xmlns:a16="http://schemas.microsoft.com/office/drawing/2014/main" id="{183675C4-5D5A-5999-C0AE-3ACA370F29A6}"/>
                </a:ext>
              </a:extLst>
            </p:cNvPr>
            <p:cNvSpPr/>
            <p:nvPr userDrawn="1"/>
          </p:nvSpPr>
          <p:spPr bwMode="gray">
            <a:xfrm rot="16200000">
              <a:off x="523658" y="3542477"/>
              <a:ext cx="5793333" cy="5583147"/>
            </a:xfrm>
            <a:custGeom>
              <a:avLst/>
              <a:gdLst>
                <a:gd name="connsiteX0" fmla="*/ 5132451 w 13299598"/>
                <a:gd name="connsiteY0" fmla="*/ 12814026 h 12817078"/>
                <a:gd name="connsiteX1" fmla="*/ 4436335 w 13299598"/>
                <a:gd name="connsiteY1" fmla="*/ 12765175 h 12817078"/>
                <a:gd name="connsiteX2" fmla="*/ 2732683 w 13299598"/>
                <a:gd name="connsiteY2" fmla="*/ 12218663 h 12817078"/>
                <a:gd name="connsiteX3" fmla="*/ 45921 w 13299598"/>
                <a:gd name="connsiteY3" fmla="*/ 6967264 h 12817078"/>
                <a:gd name="connsiteX4" fmla="*/ 897746 w 13299598"/>
                <a:gd name="connsiteY4" fmla="*/ 4463690 h 12817078"/>
                <a:gd name="connsiteX5" fmla="*/ 4179871 w 13299598"/>
                <a:gd name="connsiteY5" fmla="*/ 1502145 h 12817078"/>
                <a:gd name="connsiteX6" fmla="*/ 10218981 w 13299598"/>
                <a:gd name="connsiteY6" fmla="*/ 0 h 12817078"/>
                <a:gd name="connsiteX7" fmla="*/ 12890478 w 13299598"/>
                <a:gd name="connsiteY7" fmla="*/ 647266 h 12817078"/>
                <a:gd name="connsiteX8" fmla="*/ 13299598 w 13299598"/>
                <a:gd name="connsiteY8" fmla="*/ 1550995 h 12817078"/>
                <a:gd name="connsiteX9" fmla="*/ 13156100 w 13299598"/>
                <a:gd name="connsiteY9" fmla="*/ 2134144 h 12817078"/>
                <a:gd name="connsiteX10" fmla="*/ 12487463 w 13299598"/>
                <a:gd name="connsiteY10" fmla="*/ 3056193 h 12817078"/>
                <a:gd name="connsiteX11" fmla="*/ 12304274 w 13299598"/>
                <a:gd name="connsiteY11" fmla="*/ 3260753 h 12817078"/>
                <a:gd name="connsiteX12" fmla="*/ 11455502 w 13299598"/>
                <a:gd name="connsiteY12" fmla="*/ 4271342 h 12817078"/>
                <a:gd name="connsiteX13" fmla="*/ 10249512 w 13299598"/>
                <a:gd name="connsiteY13" fmla="*/ 7983959 h 12817078"/>
                <a:gd name="connsiteX14" fmla="*/ 10200661 w 13299598"/>
                <a:gd name="connsiteY14" fmla="*/ 8359495 h 12817078"/>
                <a:gd name="connsiteX15" fmla="*/ 5129397 w 13299598"/>
                <a:gd name="connsiteY15" fmla="*/ 12817078 h 1281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299598" h="12817078">
                  <a:moveTo>
                    <a:pt x="5132451" y="12814026"/>
                  </a:moveTo>
                  <a:cubicBezTo>
                    <a:pt x="4900412" y="12814026"/>
                    <a:pt x="4668374" y="12798759"/>
                    <a:pt x="4436335" y="12765175"/>
                  </a:cubicBezTo>
                  <a:cubicBezTo>
                    <a:pt x="3837919" y="12682741"/>
                    <a:pt x="3263929" y="12499551"/>
                    <a:pt x="2732683" y="12218663"/>
                  </a:cubicBezTo>
                  <a:cubicBezTo>
                    <a:pt x="836684" y="11214180"/>
                    <a:pt x="-241075" y="9104461"/>
                    <a:pt x="45921" y="6967264"/>
                  </a:cubicBezTo>
                  <a:cubicBezTo>
                    <a:pt x="125302" y="6368849"/>
                    <a:pt x="302384" y="5459013"/>
                    <a:pt x="897746" y="4463690"/>
                  </a:cubicBezTo>
                  <a:cubicBezTo>
                    <a:pt x="1593862" y="3300444"/>
                    <a:pt x="2699099" y="2305120"/>
                    <a:pt x="4179871" y="1502145"/>
                  </a:cubicBezTo>
                  <a:cubicBezTo>
                    <a:pt x="5898789" y="577043"/>
                    <a:pt x="8210015" y="0"/>
                    <a:pt x="10218981" y="0"/>
                  </a:cubicBezTo>
                  <a:cubicBezTo>
                    <a:pt x="11492139" y="0"/>
                    <a:pt x="12466091" y="235092"/>
                    <a:pt x="12890478" y="647266"/>
                  </a:cubicBezTo>
                  <a:cubicBezTo>
                    <a:pt x="13149994" y="876251"/>
                    <a:pt x="13299598" y="1205990"/>
                    <a:pt x="13299598" y="1550995"/>
                  </a:cubicBezTo>
                  <a:cubicBezTo>
                    <a:pt x="13299598" y="1755555"/>
                    <a:pt x="13250748" y="1957062"/>
                    <a:pt x="13156100" y="2134144"/>
                  </a:cubicBezTo>
                  <a:cubicBezTo>
                    <a:pt x="13024815" y="2427246"/>
                    <a:pt x="12801936" y="2702028"/>
                    <a:pt x="12487463" y="3056193"/>
                  </a:cubicBezTo>
                  <a:cubicBezTo>
                    <a:pt x="12426400" y="3123361"/>
                    <a:pt x="12365337" y="3190531"/>
                    <a:pt x="12304274" y="3260753"/>
                  </a:cubicBezTo>
                  <a:cubicBezTo>
                    <a:pt x="12038651" y="3553854"/>
                    <a:pt x="11736390" y="3886646"/>
                    <a:pt x="11455502" y="4271342"/>
                  </a:cubicBezTo>
                  <a:cubicBezTo>
                    <a:pt x="10560932" y="5498704"/>
                    <a:pt x="10386903" y="6875670"/>
                    <a:pt x="10249512" y="7983959"/>
                  </a:cubicBezTo>
                  <a:cubicBezTo>
                    <a:pt x="10234246" y="8112191"/>
                    <a:pt x="10218981" y="8237370"/>
                    <a:pt x="10200661" y="8359495"/>
                  </a:cubicBezTo>
                  <a:cubicBezTo>
                    <a:pt x="9858710" y="10902760"/>
                    <a:pt x="7675715" y="12817078"/>
                    <a:pt x="5129397" y="12817078"/>
                  </a:cubicBezTo>
                  <a:close/>
                </a:path>
              </a:pathLst>
            </a:custGeom>
            <a:noFill/>
            <a:ln w="63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1625397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dirty="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087E7-D479-C3DB-2B71-625F9C9EE1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Optional Footer | Title of presentation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8CDAA-69E3-5C1A-F852-644D319FF5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747239-E02D-4B45-A737-82900F3DA7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235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287" userDrawn="1">
          <p15:clr>
            <a:srgbClr val="F26B43"/>
          </p15:clr>
        </p15:guide>
        <p15:guide id="3" orient="horz" pos="1797" userDrawn="1">
          <p15:clr>
            <a:srgbClr val="F26B43"/>
          </p15:clr>
        </p15:guide>
        <p15:guide id="4" pos="3296" userDrawn="1">
          <p15:clr>
            <a:srgbClr val="F26B43"/>
          </p15:clr>
        </p15:guide>
        <p15:guide id="5" orient="horz" pos="2886" userDrawn="1">
          <p15:clr>
            <a:srgbClr val="F26B43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52388-944E-0591-329C-9E623A9AFC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961662" y="2852829"/>
            <a:ext cx="4606451" cy="1728000"/>
          </a:xfrm>
        </p:spPr>
        <p:txBody>
          <a:bodyPr lIns="0" anchor="t"/>
          <a:lstStyle>
            <a:lvl1pPr algn="l">
              <a:lnSpc>
                <a:spcPct val="9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Name of the current chapter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17CB2-EB8E-F35F-05C5-4635FD29F1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961085" y="2348936"/>
            <a:ext cx="576064" cy="504000"/>
          </a:xfrm>
        </p:spPr>
        <p:txBody>
          <a:bodyPr lIns="1800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08594015-7608-72B0-A490-2013B6D810A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3352" y="260350"/>
            <a:ext cx="5545311" cy="6336978"/>
          </a:xfrm>
          <a:prstGeom prst="roundRect">
            <a:avLst>
              <a:gd name="adj" fmla="val 7787"/>
            </a:avLst>
          </a:prstGeom>
        </p:spPr>
        <p:txBody>
          <a:bodyPr bIns="432000" anchor="ctr"/>
          <a:lstStyle>
            <a:lvl1pPr algn="ctr">
              <a:defRPr sz="1000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88884-F919-2D75-BCC1-F8B4F8FAFBE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en-US" dirty="0"/>
              <a:t>Optional Footer | Title of presentation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DC9B280-221C-FA1A-1EF9-6C74613429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EC747239-E02D-4B45-A737-82900F3DA7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622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287" userDrawn="1">
          <p15:clr>
            <a:srgbClr val="F26B43"/>
          </p15:clr>
        </p15:guide>
        <p15:guide id="3" orient="horz" pos="1797" userDrawn="1">
          <p15:clr>
            <a:srgbClr val="F26B43"/>
          </p15:clr>
        </p15:guide>
        <p15:guide id="4" pos="3659" userDrawn="1">
          <p15:clr>
            <a:srgbClr val="F26B43"/>
          </p15:clr>
        </p15:guide>
        <p15:guide id="5" orient="horz" pos="2886" userDrawn="1">
          <p15:clr>
            <a:srgbClr val="F26B43"/>
          </p15:clr>
        </p15:guide>
        <p15:guide id="6" pos="4384" userDrawn="1">
          <p15:clr>
            <a:srgbClr val="F26B43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C05B-E4B3-F92F-1DA7-F2C970DC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C747239-E02D-4B45-A737-82900F3DA76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B87F2-D2DD-63D8-FBD2-F13DFF747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dirty="0"/>
              <a:t>Optional Footer | Title of presentation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A0564-A24A-95DF-7AA9-5773335A97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38F53-0F20-6CC9-C5DA-FF7AC48CEEF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23392" y="1701576"/>
            <a:ext cx="8640890" cy="43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This is your body text style in 16 pt. Please use the “Decrease/Increase List Level” buttons on the “Home” tab to set your desired text styles such as headings and bullet points as well as the small text styles in 12 pt.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</p:spTree>
    <p:extLst>
      <p:ext uri="{BB962C8B-B14F-4D97-AF65-F5344CB8AC3E}">
        <p14:creationId xmlns:p14="http://schemas.microsoft.com/office/powerpoint/2010/main" val="3213238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1" userDrawn="1">
          <p15:clr>
            <a:srgbClr val="F26B43"/>
          </p15:clr>
        </p15:guide>
        <p15:guide id="2" pos="393" userDrawn="1">
          <p15:clr>
            <a:srgbClr val="F26B43"/>
          </p15:clr>
        </p15:guide>
        <p15:guide id="3" pos="7287" userDrawn="1">
          <p15:clr>
            <a:srgbClr val="F26B43"/>
          </p15:clr>
        </p15:guide>
        <p15:guide id="4" orient="horz" pos="1071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s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C05B-E4B3-F92F-1DA7-F2C970DC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C747239-E02D-4B45-A737-82900F3DA76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B87F2-D2DD-63D8-FBD2-F13DFF747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dirty="0"/>
              <a:t>Optional Footer | Title of presentation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A0564-A24A-95DF-7AA9-5773335A97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38F53-0F20-6CC9-C5DA-FF7AC48CEEF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23968" y="1700808"/>
            <a:ext cx="5184000" cy="43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This is your body text style in 16 pt. Please use the “Decrease/Increase List Level” buttons on the “Home” tab to set your desired text styles such as headings and bullet points as well as the small text styles in 12 pt.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E26DB17-9BB6-9CA0-54CA-AAE1221356E2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6384032" y="1700808"/>
            <a:ext cx="5185270" cy="43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This is your body text style in 16 pt. Please use the “Decrease/Increase List Level” buttons on the “Home” tab to set your desired text styles such as headings and bullet points as well as the small text styles in 12 pt.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</p:spTree>
    <p:extLst>
      <p:ext uri="{BB962C8B-B14F-4D97-AF65-F5344CB8AC3E}">
        <p14:creationId xmlns:p14="http://schemas.microsoft.com/office/powerpoint/2010/main" val="3200614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793" userDrawn="1">
          <p15:clr>
            <a:srgbClr val="F26B43"/>
          </p15:clr>
        </p15:guide>
        <p15:guide id="2" pos="4021" userDrawn="1">
          <p15:clr>
            <a:srgbClr val="F26B43"/>
          </p15:clr>
        </p15:guide>
        <p15:guide id="3" pos="3659" userDrawn="1">
          <p15:clr>
            <a:srgbClr val="F26B43"/>
          </p15:clr>
        </p15:guide>
        <p15:guide id="4" pos="393" userDrawn="1">
          <p15:clr>
            <a:srgbClr val="F26B43"/>
          </p15:clr>
        </p15:guide>
        <p15:guide id="5" pos="7287" userDrawn="1">
          <p15:clr>
            <a:srgbClr val="F26B43"/>
          </p15:clr>
        </p15:guide>
        <p15:guide id="6" orient="horz" pos="1071" userDrawn="1">
          <p15:clr>
            <a:srgbClr val="F26B43"/>
          </p15:clr>
        </p15:guide>
        <p15:guide id="7" orient="horz" pos="391" userDrawn="1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s | Margin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C05B-E4B3-F92F-1DA7-F2C970DC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C747239-E02D-4B45-A737-82900F3DA76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B87F2-D2DD-63D8-FBD2-F13DFF747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dirty="0"/>
              <a:t>Optional Footer | Title of presentation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A0564-A24A-95DF-7AA9-5773335A97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38F53-0F20-6CC9-C5DA-FF7AC48CEEF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23388" y="1700808"/>
            <a:ext cx="6912000" cy="43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This is your body text style in 16 pt. Please use the “Decrease/Increase List Level” buttons on the “Home” tab to set your desired text styles such as headings and bullet points as well as the small text styles in 12 pt.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E26DB17-9BB6-9CA0-54CA-AAE1221356E2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8688608" y="1700808"/>
            <a:ext cx="2880000" cy="43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This is your body text style in 16 pt. Please use the “Decrease/Increase List Level” buttons on the “Home” tab to set your desired text styles such as headings and bullet points as well as the small text styles in 12 pt.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</p:spTree>
    <p:extLst>
      <p:ext uri="{BB962C8B-B14F-4D97-AF65-F5344CB8AC3E}">
        <p14:creationId xmlns:p14="http://schemas.microsoft.com/office/powerpoint/2010/main" val="172728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793" userDrawn="1">
          <p15:clr>
            <a:srgbClr val="F26B43"/>
          </p15:clr>
        </p15:guide>
        <p15:guide id="2" pos="5473" userDrawn="1">
          <p15:clr>
            <a:srgbClr val="F26B43"/>
          </p15:clr>
        </p15:guide>
        <p15:guide id="3" pos="4747" userDrawn="1">
          <p15:clr>
            <a:srgbClr val="F26B43"/>
          </p15:clr>
        </p15:guide>
        <p15:guide id="4" pos="393" userDrawn="1">
          <p15:clr>
            <a:srgbClr val="F26B43"/>
          </p15:clr>
        </p15:guide>
        <p15:guide id="5" pos="7287" userDrawn="1">
          <p15:clr>
            <a:srgbClr val="F26B43"/>
          </p15:clr>
        </p15:guide>
        <p15:guide id="6" orient="horz" pos="1071" userDrawn="1">
          <p15:clr>
            <a:srgbClr val="F26B43"/>
          </p15:clr>
        </p15:guide>
        <p15:guide id="7" orient="horz" pos="391" userDrawn="1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C05B-E4B3-F92F-1DA7-F2C970DC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C747239-E02D-4B45-A737-82900F3DA76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B87F2-D2DD-63D8-FBD2-F13DFF747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dirty="0"/>
              <a:t>Optional Footer | Title of presentation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A0564-A24A-95DF-7AA9-5773335A97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23392" y="548680"/>
            <a:ext cx="5185272" cy="43200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38F53-0F20-6CC9-C5DA-FF7AC48CEEF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23388" y="1700808"/>
            <a:ext cx="5185275" cy="43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This is your body text style in 16 pt. Please use the “Decrease/Increase List Level” buttons on the “Home” tab to set your desired text styles such as headings and bullet points as well as the small text styles in 12 pt.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9157552-7A0F-9D00-353F-76E814BFB68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959600" y="260350"/>
            <a:ext cx="4968875" cy="5761038"/>
          </a:xfrm>
          <a:prstGeom prst="roundRect">
            <a:avLst>
              <a:gd name="adj" fmla="val 8690"/>
            </a:avLst>
          </a:prstGeom>
        </p:spPr>
        <p:txBody>
          <a:bodyPr bIns="432000" anchor="ctr"/>
          <a:lstStyle>
            <a:lvl1pPr algn="ctr">
              <a:defRPr sz="1000"/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56362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793" userDrawn="1">
          <p15:clr>
            <a:srgbClr val="F26B43"/>
          </p15:clr>
        </p15:guide>
        <p15:guide id="2" pos="4384" userDrawn="1">
          <p15:clr>
            <a:srgbClr val="F26B43"/>
          </p15:clr>
        </p15:guide>
        <p15:guide id="4" pos="393" userDrawn="1">
          <p15:clr>
            <a:srgbClr val="F26B43"/>
          </p15:clr>
        </p15:guide>
        <p15:guide id="5" pos="7287" userDrawn="1">
          <p15:clr>
            <a:srgbClr val="F26B43"/>
          </p15:clr>
        </p15:guide>
        <p15:guide id="6" orient="horz" pos="1071" userDrawn="1">
          <p15:clr>
            <a:srgbClr val="F26B43"/>
          </p15:clr>
        </p15:guide>
        <p15:guide id="7" pos="3659" userDrawn="1">
          <p15:clr>
            <a:srgbClr val="F26B43"/>
          </p15:clr>
        </p15:guide>
        <p15:guide id="8" orient="horz" pos="391" userDrawn="1">
          <p15:clr>
            <a:srgbClr val="F26B43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 |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C05B-E4B3-F92F-1DA7-F2C970DC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C747239-E02D-4B45-A737-82900F3DA76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B87F2-D2DD-63D8-FBD2-F13DFF747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dirty="0"/>
              <a:t>Optional Footer | Title of presentation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A0564-A24A-95DF-7AA9-5773335A97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384036" y="548680"/>
            <a:ext cx="5185272" cy="43200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38F53-0F20-6CC9-C5DA-FF7AC48CEEF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384032" y="1700808"/>
            <a:ext cx="5185275" cy="43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This is your body text style in 16 pt. Please use the “Decrease/Increase List Level” buttons on the “Home” tab to set your desired text styles such as headings and bullet points as well as the small text styles in 12 pt.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9157552-7A0F-9D00-353F-76E814BFB68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3352" y="260350"/>
            <a:ext cx="4968875" cy="6336978"/>
          </a:xfrm>
          <a:prstGeom prst="roundRect">
            <a:avLst>
              <a:gd name="adj" fmla="val 8690"/>
            </a:avLst>
          </a:prstGeom>
        </p:spPr>
        <p:txBody>
          <a:bodyPr bIns="432000" anchor="ctr"/>
          <a:lstStyle>
            <a:lvl1pPr algn="ctr">
              <a:defRPr sz="1000"/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41248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793" userDrawn="1">
          <p15:clr>
            <a:srgbClr val="F26B43"/>
          </p15:clr>
        </p15:guide>
        <p15:guide id="2" pos="4021" userDrawn="1">
          <p15:clr>
            <a:srgbClr val="F26B43"/>
          </p15:clr>
        </p15:guide>
        <p15:guide id="4" pos="393" userDrawn="1">
          <p15:clr>
            <a:srgbClr val="F26B43"/>
          </p15:clr>
        </p15:guide>
        <p15:guide id="5" pos="7287" userDrawn="1">
          <p15:clr>
            <a:srgbClr val="F26B43"/>
          </p15:clr>
        </p15:guide>
        <p15:guide id="6" orient="horz" pos="1071" userDrawn="1">
          <p15:clr>
            <a:srgbClr val="F26B43"/>
          </p15:clr>
        </p15:guide>
        <p15:guide id="7" pos="3296" userDrawn="1">
          <p15:clr>
            <a:srgbClr val="F26B43"/>
          </p15:clr>
        </p15:guide>
        <p15:guide id="8" orient="horz" pos="391" userDrawn="1">
          <p15:clr>
            <a:srgbClr val="F26B43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C05B-E4B3-F92F-1DA7-F2C970DC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C747239-E02D-4B45-A737-82900F3DA76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B87F2-D2DD-63D8-FBD2-F13DFF747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dirty="0"/>
              <a:t>Optional Footer | Title of presentation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A0564-A24A-95DF-7AA9-5773335A97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23392" y="548680"/>
            <a:ext cx="5185272" cy="43200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38F53-0F20-6CC9-C5DA-FF7AC48CEEF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23388" y="1700808"/>
            <a:ext cx="5185275" cy="43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This is your body text style in 16 pt. Please use the “Decrease/Increase List Level” buttons on the “Home” tab to set your desired text styles such as headings and bullet points as well as the small text styles in 12 pt.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9157552-7A0F-9D00-353F-76E814BFB68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960096" y="260648"/>
            <a:ext cx="4968000" cy="2808000"/>
          </a:xfrm>
          <a:prstGeom prst="roundRect">
            <a:avLst>
              <a:gd name="adj" fmla="val 15377"/>
            </a:avLst>
          </a:prstGeom>
        </p:spPr>
        <p:txBody>
          <a:bodyPr bIns="432000" anchor="ctr"/>
          <a:lstStyle>
            <a:lvl1pPr algn="ctr">
              <a:defRPr sz="1000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1D1DA246-3188-1EE8-66B0-999322591D5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960096" y="3212976"/>
            <a:ext cx="4968379" cy="2808000"/>
          </a:xfrm>
          <a:prstGeom prst="roundRect">
            <a:avLst>
              <a:gd name="adj" fmla="val 15377"/>
            </a:avLst>
          </a:prstGeom>
        </p:spPr>
        <p:txBody>
          <a:bodyPr bIns="432000" anchor="ctr"/>
          <a:lstStyle>
            <a:lvl1pPr algn="ctr">
              <a:defRPr sz="1000"/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20449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793" userDrawn="1">
          <p15:clr>
            <a:srgbClr val="F26B43"/>
          </p15:clr>
        </p15:guide>
        <p15:guide id="2" pos="4384" userDrawn="1">
          <p15:clr>
            <a:srgbClr val="F26B43"/>
          </p15:clr>
        </p15:guide>
        <p15:guide id="4" pos="393" userDrawn="1">
          <p15:clr>
            <a:srgbClr val="F26B43"/>
          </p15:clr>
        </p15:guide>
        <p15:guide id="5" pos="7287" userDrawn="1">
          <p15:clr>
            <a:srgbClr val="F26B43"/>
          </p15:clr>
        </p15:guide>
        <p15:guide id="6" orient="horz" pos="1071" userDrawn="1">
          <p15:clr>
            <a:srgbClr val="F26B43"/>
          </p15:clr>
        </p15:guide>
        <p15:guide id="7" pos="3659" userDrawn="1">
          <p15:clr>
            <a:srgbClr val="F26B43"/>
          </p15:clr>
        </p15:guide>
        <p15:guide id="8" orient="horz" pos="391" userDrawn="1">
          <p15:clr>
            <a:srgbClr val="F26B43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| 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C05B-E4B3-F92F-1DA7-F2C970DC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C747239-E02D-4B45-A737-82900F3DA76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B87F2-D2DD-63D8-FBD2-F13DFF747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dirty="0"/>
              <a:t>Optional Footer | Title of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38F53-0F20-6CC9-C5DA-FF7AC48CEEF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23388" y="1700808"/>
            <a:ext cx="2880225" cy="43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This is your body text style in 16 pt. Please use the “Decrease/Increase List Level” buttons on the “Home” tab to set your desired text styles such as headings and bullet points as well as the small text styles in 12 pt.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9157552-7A0F-9D00-353F-76E814BFB68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12124" y="1700808"/>
            <a:ext cx="3815971" cy="4320580"/>
          </a:xfrm>
          <a:prstGeom prst="roundRect">
            <a:avLst>
              <a:gd name="adj" fmla="val 11316"/>
            </a:avLst>
          </a:prstGeom>
        </p:spPr>
        <p:txBody>
          <a:bodyPr bIns="432000" anchor="ctr"/>
          <a:lstStyle>
            <a:lvl1pPr algn="ctr">
              <a:defRPr sz="1000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6300C92-7564-640A-18AD-BC6B45A5A0D0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4079776" y="1700808"/>
            <a:ext cx="2880225" cy="43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This is your body text style in 16 pt. Please use the “Decrease/Increase List Level” buttons on the “Home” tab to set your desired text styles such as headings and bullet points as well as the small text styles in 12 pt.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960AFCA-998F-D0D0-E979-A9D297B0D2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189026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793" userDrawn="1">
          <p15:clr>
            <a:srgbClr val="F26B43"/>
          </p15:clr>
        </p15:guide>
        <p15:guide id="2" pos="4384" userDrawn="1">
          <p15:clr>
            <a:srgbClr val="F26B43"/>
          </p15:clr>
        </p15:guide>
        <p15:guide id="4" pos="393" userDrawn="1">
          <p15:clr>
            <a:srgbClr val="F26B43"/>
          </p15:clr>
        </p15:guide>
        <p15:guide id="5" pos="7287" userDrawn="1">
          <p15:clr>
            <a:srgbClr val="F26B43"/>
          </p15:clr>
        </p15:guide>
        <p15:guide id="6" orient="horz" pos="1071" userDrawn="1">
          <p15:clr>
            <a:srgbClr val="F26B43"/>
          </p15:clr>
        </p15:guide>
        <p15:guide id="7" pos="2207" userDrawn="1">
          <p15:clr>
            <a:srgbClr val="F26B43"/>
          </p15:clr>
        </p15:guide>
        <p15:guide id="8" orient="horz" pos="391" userDrawn="1">
          <p15:clr>
            <a:srgbClr val="F26B43"/>
          </p15:clr>
        </p15:guide>
        <p15:guide id="9" pos="2570" userDrawn="1">
          <p15:clr>
            <a:srgbClr val="F26B43"/>
          </p15:clr>
        </p15:guide>
        <p15:guide id="10" pos="5110" userDrawn="1">
          <p15:clr>
            <a:srgbClr val="F26B43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ogo cover">
            <a:extLst>
              <a:ext uri="{FF2B5EF4-FFF2-40B4-BE49-F238E27FC236}">
                <a16:creationId xmlns:a16="http://schemas.microsoft.com/office/drawing/2014/main" id="{05B9EBDF-721C-3C06-8B8B-C469DF460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0776520" y="6165304"/>
            <a:ext cx="1415480" cy="692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EF4C06-733C-27E6-7333-7047362206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>
          <a:ln w="127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 dirty="0"/>
              <a:t>Optional Footer | Title of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91E35-EDC8-5FA7-0F45-2C09B249D0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>
          <a:ln w="127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fld id="{EC747239-E02D-4B45-A737-82900F3DA7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DFBE0A6-524E-9E00-38A9-11AFE3F9B20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0"/>
            <a:ext cx="12192000" cy="6858000"/>
          </a:xfrm>
        </p:spPr>
        <p:txBody>
          <a:bodyPr bIns="432000" anchor="ctr"/>
          <a:lstStyle>
            <a:lvl1pPr algn="ctr">
              <a:defRPr sz="1000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3D134C-7B12-B13E-E5A6-ACF1C1CBCD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23391" y="548680"/>
            <a:ext cx="5256585" cy="12960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89101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793" userDrawn="1">
          <p15:clr>
            <a:srgbClr val="F26B43"/>
          </p15:clr>
        </p15:guide>
        <p15:guide id="2" pos="393" userDrawn="1">
          <p15:clr>
            <a:srgbClr val="F26B43"/>
          </p15:clr>
        </p15:guide>
        <p15:guide id="3" pos="7287" userDrawn="1">
          <p15:clr>
            <a:srgbClr val="F26B43"/>
          </p15:clr>
        </p15:guide>
        <p15:guide id="4" orient="horz" pos="391" userDrawn="1">
          <p15:clr>
            <a:srgbClr val="F26B43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 |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C05B-E4B3-F92F-1DA7-F2C970DC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C747239-E02D-4B45-A737-82900F3DA76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B87F2-D2DD-63D8-FBD2-F13DFF747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dirty="0"/>
              <a:t>Optional Footer | Title of presentation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A0564-A24A-95DF-7AA9-5773335A97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8112224" y="2132904"/>
            <a:ext cx="3455889" cy="3888484"/>
          </a:xfrm>
        </p:spPr>
        <p:txBody>
          <a:bodyPr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This is a quote or key message optionally in several lines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9157552-7A0F-9D00-353F-76E814BFB68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3352" y="260350"/>
            <a:ext cx="6696248" cy="6336978"/>
          </a:xfrm>
          <a:prstGeom prst="roundRect">
            <a:avLst>
              <a:gd name="adj" fmla="val 6814"/>
            </a:avLst>
          </a:prstGeom>
        </p:spPr>
        <p:txBody>
          <a:bodyPr bIns="432000" anchor="ctr"/>
          <a:lstStyle>
            <a:lvl1pPr algn="ctr">
              <a:defRPr sz="1000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2C34C79-C11F-0F1D-3D6C-27D858F858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8112572" y="1700808"/>
            <a:ext cx="3455888" cy="215551"/>
          </a:xfrm>
        </p:spPr>
        <p:txBody>
          <a:bodyPr lIns="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latin typeface="+mn-lt"/>
              </a:defRPr>
            </a:lvl9pPr>
          </a:lstStyle>
          <a:p>
            <a:r>
              <a:rPr lang="en-US" dirty="0"/>
              <a:t>This is an optional top line (e.g. author)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</p:spTree>
    <p:extLst>
      <p:ext uri="{BB962C8B-B14F-4D97-AF65-F5344CB8AC3E}">
        <p14:creationId xmlns:p14="http://schemas.microsoft.com/office/powerpoint/2010/main" val="999805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793" userDrawn="1">
          <p15:clr>
            <a:srgbClr val="F26B43"/>
          </p15:clr>
        </p15:guide>
        <p15:guide id="2" pos="5110" userDrawn="1">
          <p15:clr>
            <a:srgbClr val="F26B43"/>
          </p15:clr>
        </p15:guide>
        <p15:guide id="4" pos="393" userDrawn="1">
          <p15:clr>
            <a:srgbClr val="F26B43"/>
          </p15:clr>
        </p15:guide>
        <p15:guide id="5" pos="7287" userDrawn="1">
          <p15:clr>
            <a:srgbClr val="F26B43"/>
          </p15:clr>
        </p15:guide>
        <p15:guide id="6" orient="horz" pos="1071" userDrawn="1">
          <p15:clr>
            <a:srgbClr val="F26B43"/>
          </p15:clr>
        </p15:guide>
        <p15:guide id="7" pos="4384" userDrawn="1">
          <p15:clr>
            <a:srgbClr val="F26B43"/>
          </p15:clr>
        </p15:guide>
        <p15:guide id="8" orient="horz" pos="391" userDrawn="1">
          <p15:clr>
            <a:srgbClr val="F26B43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age">
            <a:extLst>
              <a:ext uri="{FF2B5EF4-FFF2-40B4-BE49-F238E27FC236}">
                <a16:creationId xmlns:a16="http://schemas.microsoft.com/office/drawing/2014/main" id="{6525EEA1-B929-63D8-C160-46DB2FB55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52388-944E-0591-329C-9E623A9AFC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293" y="1053040"/>
            <a:ext cx="6912569" cy="2736000"/>
          </a:xfrm>
        </p:spPr>
        <p:txBody>
          <a:bodyPr lIns="0" anchor="t"/>
          <a:lstStyle>
            <a:lvl1pPr algn="l"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This is a quote or key message optionally in several lines</a:t>
            </a:r>
          </a:p>
        </p:txBody>
      </p:sp>
      <p:pic>
        <p:nvPicPr>
          <p:cNvPr id="13" name="evoila">
            <a:extLst>
              <a:ext uri="{FF2B5EF4-FFF2-40B4-BE49-F238E27FC236}">
                <a16:creationId xmlns:a16="http://schemas.microsoft.com/office/drawing/2014/main" id="{ED340423-CB24-85B3-A700-E1658512B2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10968608" y="6381344"/>
            <a:ext cx="600000" cy="1440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087E7-D479-C3DB-2B71-625F9C9EE1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Optional Footer | Title of presentation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8CDAA-69E3-5C1A-F852-644D319FF5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747239-E02D-4B45-A737-82900F3DA7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CA196F9-7A32-3619-6A3B-41A49B3DCB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888" y="621161"/>
            <a:ext cx="3455888" cy="215551"/>
          </a:xfrm>
        </p:spPr>
        <p:txBody>
          <a:bodyPr lIns="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US" dirty="0"/>
              <a:t>This is an optional top line (e.g. author)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</p:spTree>
    <p:extLst>
      <p:ext uri="{BB962C8B-B14F-4D97-AF65-F5344CB8AC3E}">
        <p14:creationId xmlns:p14="http://schemas.microsoft.com/office/powerpoint/2010/main" val="243954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3793" userDrawn="1">
          <p15:clr>
            <a:srgbClr val="F26B43"/>
          </p15:clr>
        </p15:guide>
        <p15:guide id="8" orient="horz" pos="391" userDrawn="1">
          <p15:clr>
            <a:srgbClr val="F26B43"/>
          </p15:clr>
        </p15:guide>
        <p15:guide id="9" pos="393" userDrawn="1">
          <p15:clr>
            <a:srgbClr val="F26B43"/>
          </p15:clr>
        </p15:guide>
        <p15:guide id="10" pos="7287" userDrawn="1">
          <p15:clr>
            <a:srgbClr val="F26B43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D134C-7B12-B13E-E5A6-ACF1C1CBCD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EF4C06-733C-27E6-7333-7047362206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Optional Footer | Title of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91E35-EDC8-5FA7-0F45-2C09B249D0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EC747239-E02D-4B45-A737-82900F3DA7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977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793" userDrawn="1">
          <p15:clr>
            <a:srgbClr val="F26B43"/>
          </p15:clr>
        </p15:guide>
        <p15:guide id="2" pos="393" userDrawn="1">
          <p15:clr>
            <a:srgbClr val="F26B43"/>
          </p15:clr>
        </p15:guide>
        <p15:guide id="3" pos="7287" userDrawn="1">
          <p15:clr>
            <a:srgbClr val="F26B43"/>
          </p15:clr>
        </p15:guide>
        <p15:guide id="4" orient="horz" pos="391" userDrawn="1">
          <p15:clr>
            <a:srgbClr val="F26B43"/>
          </p15:clr>
        </p15:guide>
        <p15:guide id="5" orient="horz" pos="1071" userDrawn="1">
          <p15:clr>
            <a:srgbClr val="F26B43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age">
            <a:extLst>
              <a:ext uri="{FF2B5EF4-FFF2-40B4-BE49-F238E27FC236}">
                <a16:creationId xmlns:a16="http://schemas.microsoft.com/office/drawing/2014/main" id="{6525EEA1-B929-63D8-C160-46DB2FB55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13" name="evoila">
            <a:extLst>
              <a:ext uri="{FF2B5EF4-FFF2-40B4-BE49-F238E27FC236}">
                <a16:creationId xmlns:a16="http://schemas.microsoft.com/office/drawing/2014/main" id="{ED340423-CB24-85B3-A700-E1658512B2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10968608" y="6381344"/>
            <a:ext cx="600000" cy="144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ECD0C6-8070-798A-A794-A628B3E37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E8CD5-9A67-47EE-F683-F57FDF4A55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Optional Footer | Title of presentation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8ACE1-413B-4133-67E8-FDC379025A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747239-E02D-4B45-A737-82900F3DA7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16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287" userDrawn="1">
          <p15:clr>
            <a:srgbClr val="F26B43"/>
          </p15:clr>
        </p15:guide>
        <p15:guide id="3" orient="horz" pos="1071" userDrawn="1">
          <p15:clr>
            <a:srgbClr val="F26B43"/>
          </p15:clr>
        </p15:guide>
        <p15:guide id="6" orient="horz" pos="391" userDrawn="1">
          <p15:clr>
            <a:srgbClr val="F26B43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|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tage">
            <a:extLst>
              <a:ext uri="{FF2B5EF4-FFF2-40B4-BE49-F238E27FC236}">
                <a16:creationId xmlns:a16="http://schemas.microsoft.com/office/drawing/2014/main" id="{4F461B3C-D3B7-F9CB-A75C-052E3B966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263352" y="260648"/>
            <a:ext cx="11665296" cy="5760000"/>
          </a:xfrm>
          <a:prstGeom prst="roundRect">
            <a:avLst>
              <a:gd name="adj" fmla="val 7497"/>
            </a:avLst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5303B47-32B2-8B8D-C48F-E8DAE4BCFE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Optional Footer | Title of presentation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8B0B819-AD90-1A75-6FA2-32488826FB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91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287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1071" userDrawn="1">
          <p15:clr>
            <a:srgbClr val="F26B43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act |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age">
            <a:extLst>
              <a:ext uri="{FF2B5EF4-FFF2-40B4-BE49-F238E27FC236}">
                <a16:creationId xmlns:a16="http://schemas.microsoft.com/office/drawing/2014/main" id="{ACFD1CB2-3737-9CC9-8315-1169D2971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263352" y="260648"/>
            <a:ext cx="11665296" cy="6336704"/>
          </a:xfrm>
          <a:prstGeom prst="roundRect">
            <a:avLst>
              <a:gd name="adj" fmla="val 6803"/>
            </a:avLst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52388-944E-0591-329C-9E623A9AFC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911999" y="1700213"/>
            <a:ext cx="3744139" cy="2233150"/>
          </a:xfrm>
        </p:spPr>
        <p:txBody>
          <a:bodyPr lIns="0" anchor="b"/>
          <a:lstStyle>
            <a:lvl1pPr algn="l">
              <a:lnSpc>
                <a:spcPct val="9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 xml:space="preserve">Add an activating text, </a:t>
            </a:r>
            <a:br>
              <a:rPr lang="en-US" dirty="0"/>
            </a:br>
            <a:r>
              <a:rPr lang="en-US" dirty="0"/>
              <a:t>a claim or simply the word “Contact”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17CB2-EB8E-F35F-05C5-4635FD29F1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912000" y="4365700"/>
            <a:ext cx="3744138" cy="1656184"/>
          </a:xfrm>
        </p:spPr>
        <p:txBody>
          <a:bodyPr lIns="0" anchor="t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6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Name and Surname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pic>
        <p:nvPicPr>
          <p:cNvPr id="21" name="evoila">
            <a:extLst>
              <a:ext uri="{FF2B5EF4-FFF2-40B4-BE49-F238E27FC236}">
                <a16:creationId xmlns:a16="http://schemas.microsoft.com/office/drawing/2014/main" id="{9B963A09-741F-737B-84F7-853F2C3707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623392" y="620720"/>
            <a:ext cx="1200000" cy="288000"/>
          </a:xfrm>
          <a:prstGeom prst="rect">
            <a:avLst/>
          </a:prstGeom>
        </p:spPr>
      </p:pic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4725F5DC-7D45-4858-4FCB-81A1C84C953C}"/>
              </a:ext>
            </a:extLst>
          </p:cNvPr>
          <p:cNvGrpSpPr/>
          <p:nvPr userDrawn="1"/>
        </p:nvGrpSpPr>
        <p:grpSpPr>
          <a:xfrm>
            <a:off x="7248131" y="260649"/>
            <a:ext cx="7311336" cy="8479814"/>
            <a:chOff x="7248131" y="260649"/>
            <a:chExt cx="7311336" cy="8479814"/>
          </a:xfrm>
        </p:grpSpPr>
        <p:sp>
          <p:nvSpPr>
            <p:cNvPr id="23" name="Green">
              <a:extLst>
                <a:ext uri="{FF2B5EF4-FFF2-40B4-BE49-F238E27FC236}">
                  <a16:creationId xmlns:a16="http://schemas.microsoft.com/office/drawing/2014/main" id="{8C72CA4E-3976-5D87-C867-135697C877CB}"/>
                </a:ext>
              </a:extLst>
            </p:cNvPr>
            <p:cNvSpPr/>
            <p:nvPr userDrawn="1"/>
          </p:nvSpPr>
          <p:spPr bwMode="gray">
            <a:xfrm rot="16200000">
              <a:off x="8871227" y="3052223"/>
              <a:ext cx="5793333" cy="5583147"/>
            </a:xfrm>
            <a:custGeom>
              <a:avLst/>
              <a:gdLst>
                <a:gd name="connsiteX0" fmla="*/ 5132451 w 13299598"/>
                <a:gd name="connsiteY0" fmla="*/ 12814026 h 12817078"/>
                <a:gd name="connsiteX1" fmla="*/ 4436335 w 13299598"/>
                <a:gd name="connsiteY1" fmla="*/ 12765175 h 12817078"/>
                <a:gd name="connsiteX2" fmla="*/ 2732683 w 13299598"/>
                <a:gd name="connsiteY2" fmla="*/ 12218663 h 12817078"/>
                <a:gd name="connsiteX3" fmla="*/ 45921 w 13299598"/>
                <a:gd name="connsiteY3" fmla="*/ 6967264 h 12817078"/>
                <a:gd name="connsiteX4" fmla="*/ 897746 w 13299598"/>
                <a:gd name="connsiteY4" fmla="*/ 4463690 h 12817078"/>
                <a:gd name="connsiteX5" fmla="*/ 4179871 w 13299598"/>
                <a:gd name="connsiteY5" fmla="*/ 1502145 h 12817078"/>
                <a:gd name="connsiteX6" fmla="*/ 10218981 w 13299598"/>
                <a:gd name="connsiteY6" fmla="*/ 0 h 12817078"/>
                <a:gd name="connsiteX7" fmla="*/ 12890478 w 13299598"/>
                <a:gd name="connsiteY7" fmla="*/ 647266 h 12817078"/>
                <a:gd name="connsiteX8" fmla="*/ 13299598 w 13299598"/>
                <a:gd name="connsiteY8" fmla="*/ 1550995 h 12817078"/>
                <a:gd name="connsiteX9" fmla="*/ 13156100 w 13299598"/>
                <a:gd name="connsiteY9" fmla="*/ 2134144 h 12817078"/>
                <a:gd name="connsiteX10" fmla="*/ 12487463 w 13299598"/>
                <a:gd name="connsiteY10" fmla="*/ 3056193 h 12817078"/>
                <a:gd name="connsiteX11" fmla="*/ 12304274 w 13299598"/>
                <a:gd name="connsiteY11" fmla="*/ 3260753 h 12817078"/>
                <a:gd name="connsiteX12" fmla="*/ 11455502 w 13299598"/>
                <a:gd name="connsiteY12" fmla="*/ 4271342 h 12817078"/>
                <a:gd name="connsiteX13" fmla="*/ 10249512 w 13299598"/>
                <a:gd name="connsiteY13" fmla="*/ 7983959 h 12817078"/>
                <a:gd name="connsiteX14" fmla="*/ 10200661 w 13299598"/>
                <a:gd name="connsiteY14" fmla="*/ 8359495 h 12817078"/>
                <a:gd name="connsiteX15" fmla="*/ 5129397 w 13299598"/>
                <a:gd name="connsiteY15" fmla="*/ 12817078 h 1281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299598" h="12817078">
                  <a:moveTo>
                    <a:pt x="5132451" y="12814026"/>
                  </a:moveTo>
                  <a:cubicBezTo>
                    <a:pt x="4900412" y="12814026"/>
                    <a:pt x="4668374" y="12798759"/>
                    <a:pt x="4436335" y="12765175"/>
                  </a:cubicBezTo>
                  <a:cubicBezTo>
                    <a:pt x="3837919" y="12682741"/>
                    <a:pt x="3263929" y="12499551"/>
                    <a:pt x="2732683" y="12218663"/>
                  </a:cubicBezTo>
                  <a:cubicBezTo>
                    <a:pt x="836684" y="11214180"/>
                    <a:pt x="-241075" y="9104461"/>
                    <a:pt x="45921" y="6967264"/>
                  </a:cubicBezTo>
                  <a:cubicBezTo>
                    <a:pt x="125302" y="6368849"/>
                    <a:pt x="302384" y="5459013"/>
                    <a:pt x="897746" y="4463690"/>
                  </a:cubicBezTo>
                  <a:cubicBezTo>
                    <a:pt x="1593862" y="3300444"/>
                    <a:pt x="2699099" y="2305120"/>
                    <a:pt x="4179871" y="1502145"/>
                  </a:cubicBezTo>
                  <a:cubicBezTo>
                    <a:pt x="5898789" y="577043"/>
                    <a:pt x="8210015" y="0"/>
                    <a:pt x="10218981" y="0"/>
                  </a:cubicBezTo>
                  <a:cubicBezTo>
                    <a:pt x="11492139" y="0"/>
                    <a:pt x="12466091" y="235092"/>
                    <a:pt x="12890478" y="647266"/>
                  </a:cubicBezTo>
                  <a:cubicBezTo>
                    <a:pt x="13149994" y="876251"/>
                    <a:pt x="13299598" y="1205990"/>
                    <a:pt x="13299598" y="1550995"/>
                  </a:cubicBezTo>
                  <a:cubicBezTo>
                    <a:pt x="13299598" y="1755555"/>
                    <a:pt x="13250748" y="1957062"/>
                    <a:pt x="13156100" y="2134144"/>
                  </a:cubicBezTo>
                  <a:cubicBezTo>
                    <a:pt x="13024815" y="2427246"/>
                    <a:pt x="12801936" y="2702028"/>
                    <a:pt x="12487463" y="3056193"/>
                  </a:cubicBezTo>
                  <a:cubicBezTo>
                    <a:pt x="12426400" y="3123361"/>
                    <a:pt x="12365337" y="3190531"/>
                    <a:pt x="12304274" y="3260753"/>
                  </a:cubicBezTo>
                  <a:cubicBezTo>
                    <a:pt x="12038651" y="3553854"/>
                    <a:pt x="11736390" y="3886646"/>
                    <a:pt x="11455502" y="4271342"/>
                  </a:cubicBezTo>
                  <a:cubicBezTo>
                    <a:pt x="10560932" y="5498704"/>
                    <a:pt x="10386903" y="6875670"/>
                    <a:pt x="10249512" y="7983959"/>
                  </a:cubicBezTo>
                  <a:cubicBezTo>
                    <a:pt x="10234246" y="8112191"/>
                    <a:pt x="10218981" y="8237370"/>
                    <a:pt x="10200661" y="8359495"/>
                  </a:cubicBezTo>
                  <a:cubicBezTo>
                    <a:pt x="9858710" y="10902760"/>
                    <a:pt x="7675715" y="12817078"/>
                    <a:pt x="5129397" y="12817078"/>
                  </a:cubicBezTo>
                  <a:close/>
                </a:path>
              </a:pathLst>
            </a:custGeom>
            <a:solidFill>
              <a:srgbClr val="0BD7A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1625397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dirty="0"/>
            </a:p>
          </p:txBody>
        </p:sp>
        <p:sp>
          <p:nvSpPr>
            <p:cNvPr id="24" name="Deep Blue">
              <a:extLst>
                <a:ext uri="{FF2B5EF4-FFF2-40B4-BE49-F238E27FC236}">
                  <a16:creationId xmlns:a16="http://schemas.microsoft.com/office/drawing/2014/main" id="{8AEC0BEA-77F3-415C-7142-4E7A0DCCC163}"/>
                </a:ext>
              </a:extLst>
            </p:cNvPr>
            <p:cNvSpPr/>
            <p:nvPr userDrawn="1"/>
          </p:nvSpPr>
          <p:spPr bwMode="gray">
            <a:xfrm>
              <a:off x="7248131" y="260649"/>
              <a:ext cx="5793333" cy="5583147"/>
            </a:xfrm>
            <a:custGeom>
              <a:avLst/>
              <a:gdLst>
                <a:gd name="connsiteX0" fmla="*/ 5132451 w 13299598"/>
                <a:gd name="connsiteY0" fmla="*/ 12814026 h 12817078"/>
                <a:gd name="connsiteX1" fmla="*/ 4436335 w 13299598"/>
                <a:gd name="connsiteY1" fmla="*/ 12765175 h 12817078"/>
                <a:gd name="connsiteX2" fmla="*/ 2732683 w 13299598"/>
                <a:gd name="connsiteY2" fmla="*/ 12218663 h 12817078"/>
                <a:gd name="connsiteX3" fmla="*/ 45921 w 13299598"/>
                <a:gd name="connsiteY3" fmla="*/ 6967264 h 12817078"/>
                <a:gd name="connsiteX4" fmla="*/ 897746 w 13299598"/>
                <a:gd name="connsiteY4" fmla="*/ 4463690 h 12817078"/>
                <a:gd name="connsiteX5" fmla="*/ 4179871 w 13299598"/>
                <a:gd name="connsiteY5" fmla="*/ 1502145 h 12817078"/>
                <a:gd name="connsiteX6" fmla="*/ 10218981 w 13299598"/>
                <a:gd name="connsiteY6" fmla="*/ 0 h 12817078"/>
                <a:gd name="connsiteX7" fmla="*/ 12890478 w 13299598"/>
                <a:gd name="connsiteY7" fmla="*/ 647266 h 12817078"/>
                <a:gd name="connsiteX8" fmla="*/ 13299598 w 13299598"/>
                <a:gd name="connsiteY8" fmla="*/ 1550995 h 12817078"/>
                <a:gd name="connsiteX9" fmla="*/ 13156100 w 13299598"/>
                <a:gd name="connsiteY9" fmla="*/ 2134144 h 12817078"/>
                <a:gd name="connsiteX10" fmla="*/ 12487463 w 13299598"/>
                <a:gd name="connsiteY10" fmla="*/ 3056193 h 12817078"/>
                <a:gd name="connsiteX11" fmla="*/ 12304274 w 13299598"/>
                <a:gd name="connsiteY11" fmla="*/ 3260753 h 12817078"/>
                <a:gd name="connsiteX12" fmla="*/ 11455502 w 13299598"/>
                <a:gd name="connsiteY12" fmla="*/ 4271342 h 12817078"/>
                <a:gd name="connsiteX13" fmla="*/ 10249512 w 13299598"/>
                <a:gd name="connsiteY13" fmla="*/ 7983959 h 12817078"/>
                <a:gd name="connsiteX14" fmla="*/ 10200661 w 13299598"/>
                <a:gd name="connsiteY14" fmla="*/ 8359495 h 12817078"/>
                <a:gd name="connsiteX15" fmla="*/ 5129397 w 13299598"/>
                <a:gd name="connsiteY15" fmla="*/ 12817078 h 1281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299598" h="12817078">
                  <a:moveTo>
                    <a:pt x="5132451" y="12814026"/>
                  </a:moveTo>
                  <a:cubicBezTo>
                    <a:pt x="4900412" y="12814026"/>
                    <a:pt x="4668374" y="12798759"/>
                    <a:pt x="4436335" y="12765175"/>
                  </a:cubicBezTo>
                  <a:cubicBezTo>
                    <a:pt x="3837919" y="12682741"/>
                    <a:pt x="3263929" y="12499551"/>
                    <a:pt x="2732683" y="12218663"/>
                  </a:cubicBezTo>
                  <a:cubicBezTo>
                    <a:pt x="836684" y="11214180"/>
                    <a:pt x="-241075" y="9104461"/>
                    <a:pt x="45921" y="6967264"/>
                  </a:cubicBezTo>
                  <a:cubicBezTo>
                    <a:pt x="125302" y="6368849"/>
                    <a:pt x="302384" y="5459013"/>
                    <a:pt x="897746" y="4463690"/>
                  </a:cubicBezTo>
                  <a:cubicBezTo>
                    <a:pt x="1593862" y="3300444"/>
                    <a:pt x="2699099" y="2305120"/>
                    <a:pt x="4179871" y="1502145"/>
                  </a:cubicBezTo>
                  <a:cubicBezTo>
                    <a:pt x="5898789" y="577043"/>
                    <a:pt x="8210015" y="0"/>
                    <a:pt x="10218981" y="0"/>
                  </a:cubicBezTo>
                  <a:cubicBezTo>
                    <a:pt x="11492139" y="0"/>
                    <a:pt x="12466091" y="235092"/>
                    <a:pt x="12890478" y="647266"/>
                  </a:cubicBezTo>
                  <a:cubicBezTo>
                    <a:pt x="13149994" y="876251"/>
                    <a:pt x="13299598" y="1205990"/>
                    <a:pt x="13299598" y="1550995"/>
                  </a:cubicBezTo>
                  <a:cubicBezTo>
                    <a:pt x="13299598" y="1755555"/>
                    <a:pt x="13250748" y="1957062"/>
                    <a:pt x="13156100" y="2134144"/>
                  </a:cubicBezTo>
                  <a:cubicBezTo>
                    <a:pt x="13024815" y="2427246"/>
                    <a:pt x="12801936" y="2702028"/>
                    <a:pt x="12487463" y="3056193"/>
                  </a:cubicBezTo>
                  <a:cubicBezTo>
                    <a:pt x="12426400" y="3123361"/>
                    <a:pt x="12365337" y="3190531"/>
                    <a:pt x="12304274" y="3260753"/>
                  </a:cubicBezTo>
                  <a:cubicBezTo>
                    <a:pt x="12038651" y="3553854"/>
                    <a:pt x="11736390" y="3886646"/>
                    <a:pt x="11455502" y="4271342"/>
                  </a:cubicBezTo>
                  <a:cubicBezTo>
                    <a:pt x="10560932" y="5498704"/>
                    <a:pt x="10386903" y="6875670"/>
                    <a:pt x="10249512" y="7983959"/>
                  </a:cubicBezTo>
                  <a:cubicBezTo>
                    <a:pt x="10234246" y="8112191"/>
                    <a:pt x="10218981" y="8237370"/>
                    <a:pt x="10200661" y="8359495"/>
                  </a:cubicBezTo>
                  <a:cubicBezTo>
                    <a:pt x="9858710" y="10902760"/>
                    <a:pt x="7675715" y="12817078"/>
                    <a:pt x="5129397" y="12817078"/>
                  </a:cubicBezTo>
                  <a:close/>
                </a:path>
              </a:pathLst>
            </a:custGeom>
            <a:solidFill>
              <a:srgbClr val="0D09B5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1625397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dirty="0"/>
            </a:p>
          </p:txBody>
        </p:sp>
      </p:grp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F1984300-FAF9-1CED-2A01-061FDCFF7D90}"/>
              </a:ext>
            </a:extLst>
          </p:cNvPr>
          <p:cNvSpPr/>
          <p:nvPr userDrawn="1"/>
        </p:nvSpPr>
        <p:spPr bwMode="gray">
          <a:xfrm>
            <a:off x="8976320" y="2947130"/>
            <a:ext cx="2671121" cy="2896666"/>
          </a:xfrm>
          <a:custGeom>
            <a:avLst/>
            <a:gdLst>
              <a:gd name="connsiteX0" fmla="*/ 675617 w 2671121"/>
              <a:gd name="connsiteY0" fmla="*/ 0 h 2896666"/>
              <a:gd name="connsiteX1" fmla="*/ 929638 w 2671121"/>
              <a:gd name="connsiteY1" fmla="*/ 62508 h 2896666"/>
              <a:gd name="connsiteX2" fmla="*/ 1331284 w 2671121"/>
              <a:gd name="connsiteY2" fmla="*/ 353768 h 2896666"/>
              <a:gd name="connsiteX3" fmla="*/ 1420391 w 2671121"/>
              <a:gd name="connsiteY3" fmla="*/ 433565 h 2896666"/>
              <a:gd name="connsiteX4" fmla="*/ 1860606 w 2671121"/>
              <a:gd name="connsiteY4" fmla="*/ 803292 h 2896666"/>
              <a:gd name="connsiteX5" fmla="*/ 2479962 w 2671121"/>
              <a:gd name="connsiteY5" fmla="*/ 1124975 h 2896666"/>
              <a:gd name="connsiteX6" fmla="*/ 2671121 w 2671121"/>
              <a:gd name="connsiteY6" fmla="*/ 1184207 h 2896666"/>
              <a:gd name="connsiteX7" fmla="*/ 2623048 w 2671121"/>
              <a:gd name="connsiteY7" fmla="*/ 1356442 h 2896666"/>
              <a:gd name="connsiteX8" fmla="*/ 506187 w 2671121"/>
              <a:gd name="connsiteY8" fmla="*/ 2896666 h 2896666"/>
              <a:gd name="connsiteX9" fmla="*/ 507518 w 2671121"/>
              <a:gd name="connsiteY9" fmla="*/ 2895337 h 2896666"/>
              <a:gd name="connsiteX10" fmla="*/ 355903 w 2671121"/>
              <a:gd name="connsiteY10" fmla="*/ 2890183 h 2896666"/>
              <a:gd name="connsiteX11" fmla="*/ 223935 w 2671121"/>
              <a:gd name="connsiteY11" fmla="*/ 2876147 h 2896666"/>
              <a:gd name="connsiteX12" fmla="*/ 176053 w 2671121"/>
              <a:gd name="connsiteY12" fmla="*/ 2704628 h 2896666"/>
              <a:gd name="connsiteX13" fmla="*/ 0 w 2671121"/>
              <a:gd name="connsiteY13" fmla="*/ 1341924 h 2896666"/>
              <a:gd name="connsiteX14" fmla="*/ 281950 w 2671121"/>
              <a:gd name="connsiteY14" fmla="*/ 178214 h 2896666"/>
              <a:gd name="connsiteX15" fmla="*/ 675617 w 2671121"/>
              <a:gd name="connsiteY15" fmla="*/ 0 h 2896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671121" h="2896666">
                <a:moveTo>
                  <a:pt x="675617" y="0"/>
                </a:moveTo>
                <a:cubicBezTo>
                  <a:pt x="764724" y="0"/>
                  <a:pt x="852500" y="21279"/>
                  <a:pt x="929638" y="62508"/>
                </a:cubicBezTo>
                <a:cubicBezTo>
                  <a:pt x="1057314" y="119696"/>
                  <a:pt x="1177009" y="216783"/>
                  <a:pt x="1331284" y="353768"/>
                </a:cubicBezTo>
                <a:cubicBezTo>
                  <a:pt x="1360543" y="380367"/>
                  <a:pt x="1389802" y="406966"/>
                  <a:pt x="1420391" y="433565"/>
                </a:cubicBezTo>
                <a:cubicBezTo>
                  <a:pt x="1548066" y="549271"/>
                  <a:pt x="1693031" y="680937"/>
                  <a:pt x="1860606" y="803292"/>
                </a:cubicBezTo>
                <a:cubicBezTo>
                  <a:pt x="2061097" y="949421"/>
                  <a:pt x="2270752" y="1051412"/>
                  <a:pt x="2479962" y="1124975"/>
                </a:cubicBezTo>
                <a:lnTo>
                  <a:pt x="2671121" y="1184207"/>
                </a:lnTo>
                <a:lnTo>
                  <a:pt x="2623048" y="1356442"/>
                </a:lnTo>
                <a:cubicBezTo>
                  <a:pt x="2326084" y="2258226"/>
                  <a:pt x="1476721" y="2896666"/>
                  <a:pt x="506187" y="2896666"/>
                </a:cubicBezTo>
                <a:lnTo>
                  <a:pt x="507518" y="2895337"/>
                </a:lnTo>
                <a:cubicBezTo>
                  <a:pt x="456980" y="2895337"/>
                  <a:pt x="406441" y="2893674"/>
                  <a:pt x="355903" y="2890183"/>
                </a:cubicBezTo>
                <a:lnTo>
                  <a:pt x="223935" y="2876147"/>
                </a:lnTo>
                <a:lnTo>
                  <a:pt x="176053" y="2704628"/>
                </a:lnTo>
                <a:cubicBezTo>
                  <a:pt x="62840" y="2249950"/>
                  <a:pt x="0" y="1779479"/>
                  <a:pt x="0" y="1341924"/>
                </a:cubicBezTo>
                <a:cubicBezTo>
                  <a:pt x="0" y="787333"/>
                  <a:pt x="102407" y="363078"/>
                  <a:pt x="281950" y="178214"/>
                </a:cubicBezTo>
                <a:cubicBezTo>
                  <a:pt x="381697" y="65168"/>
                  <a:pt x="525332" y="0"/>
                  <a:pt x="675617" y="0"/>
                </a:cubicBezTo>
                <a:close/>
              </a:path>
            </a:pathLst>
          </a:custGeom>
          <a:solidFill>
            <a:srgbClr val="0075E4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505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4" userDrawn="1">
          <p15:clr>
            <a:srgbClr val="F26B43"/>
          </p15:clr>
        </p15:guide>
        <p15:guide id="2" pos="2933" userDrawn="1">
          <p15:clr>
            <a:srgbClr val="F26B43"/>
          </p15:clr>
        </p15:guide>
        <p15:guide id="5" orient="horz" pos="1071" userDrawn="1">
          <p15:clr>
            <a:srgbClr val="F26B43"/>
          </p15:clr>
        </p15:guide>
        <p15:guide id="6" orient="horz" pos="3793" userDrawn="1">
          <p15:clr>
            <a:srgbClr val="F26B43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act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age">
            <a:extLst>
              <a:ext uri="{FF2B5EF4-FFF2-40B4-BE49-F238E27FC236}">
                <a16:creationId xmlns:a16="http://schemas.microsoft.com/office/drawing/2014/main" id="{6525EEA1-B929-63D8-C160-46DB2FB55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11" name="evoila">
            <a:extLst>
              <a:ext uri="{FF2B5EF4-FFF2-40B4-BE49-F238E27FC236}">
                <a16:creationId xmlns:a16="http://schemas.microsoft.com/office/drawing/2014/main" id="{C7469634-E0C5-7E91-33D6-46F8850187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647528" y="620688"/>
            <a:ext cx="1200000" cy="28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952388-944E-0591-329C-9E623A9AFC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911999" y="1700213"/>
            <a:ext cx="3744139" cy="2233150"/>
          </a:xfrm>
        </p:spPr>
        <p:txBody>
          <a:bodyPr lIns="0" anchor="b"/>
          <a:lstStyle>
            <a:lvl1pPr algn="l"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 xml:space="preserve">Add an activating text, </a:t>
            </a:r>
            <a:br>
              <a:rPr lang="en-US" dirty="0"/>
            </a:br>
            <a:r>
              <a:rPr lang="en-US" dirty="0"/>
              <a:t>a claim or simply the word “Contact”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17CB2-EB8E-F35F-05C5-4635FD29F1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912000" y="4365700"/>
            <a:ext cx="3744138" cy="1656184"/>
          </a:xfrm>
        </p:spPr>
        <p:txBody>
          <a:bodyPr lIns="0" anchor="t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bg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600"/>
              </a:spcAft>
              <a:buNone/>
              <a:defRPr sz="1100" b="0">
                <a:solidFill>
                  <a:schemeClr val="bg1"/>
                </a:solidFill>
                <a:latin typeface="+mn-lt"/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US" dirty="0"/>
              <a:t>Name and Surname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F8FFC37-8B69-35B6-0A0E-61D41352B9D5}"/>
              </a:ext>
            </a:extLst>
          </p:cNvPr>
          <p:cNvGrpSpPr/>
          <p:nvPr userDrawn="1"/>
        </p:nvGrpSpPr>
        <p:grpSpPr bwMode="gray">
          <a:xfrm rot="16200000">
            <a:off x="6663892" y="844888"/>
            <a:ext cx="8479814" cy="7311336"/>
            <a:chOff x="-1403802" y="-2043589"/>
            <a:chExt cx="8479814" cy="7311336"/>
          </a:xfrm>
        </p:grpSpPr>
        <p:sp>
          <p:nvSpPr>
            <p:cNvPr id="9" name="Green">
              <a:extLst>
                <a:ext uri="{FF2B5EF4-FFF2-40B4-BE49-F238E27FC236}">
                  <a16:creationId xmlns:a16="http://schemas.microsoft.com/office/drawing/2014/main" id="{D8ABFB32-9F4C-0643-63A6-136313A41A9D}"/>
                </a:ext>
              </a:extLst>
            </p:cNvPr>
            <p:cNvSpPr/>
            <p:nvPr userDrawn="1"/>
          </p:nvSpPr>
          <p:spPr bwMode="gray">
            <a:xfrm>
              <a:off x="-1403802" y="-315400"/>
              <a:ext cx="5793333" cy="5583147"/>
            </a:xfrm>
            <a:custGeom>
              <a:avLst/>
              <a:gdLst>
                <a:gd name="connsiteX0" fmla="*/ 5132451 w 13299598"/>
                <a:gd name="connsiteY0" fmla="*/ 12814026 h 12817078"/>
                <a:gd name="connsiteX1" fmla="*/ 4436335 w 13299598"/>
                <a:gd name="connsiteY1" fmla="*/ 12765175 h 12817078"/>
                <a:gd name="connsiteX2" fmla="*/ 2732683 w 13299598"/>
                <a:gd name="connsiteY2" fmla="*/ 12218663 h 12817078"/>
                <a:gd name="connsiteX3" fmla="*/ 45921 w 13299598"/>
                <a:gd name="connsiteY3" fmla="*/ 6967264 h 12817078"/>
                <a:gd name="connsiteX4" fmla="*/ 897746 w 13299598"/>
                <a:gd name="connsiteY4" fmla="*/ 4463690 h 12817078"/>
                <a:gd name="connsiteX5" fmla="*/ 4179871 w 13299598"/>
                <a:gd name="connsiteY5" fmla="*/ 1502145 h 12817078"/>
                <a:gd name="connsiteX6" fmla="*/ 10218981 w 13299598"/>
                <a:gd name="connsiteY6" fmla="*/ 0 h 12817078"/>
                <a:gd name="connsiteX7" fmla="*/ 12890478 w 13299598"/>
                <a:gd name="connsiteY7" fmla="*/ 647266 h 12817078"/>
                <a:gd name="connsiteX8" fmla="*/ 13299598 w 13299598"/>
                <a:gd name="connsiteY8" fmla="*/ 1550995 h 12817078"/>
                <a:gd name="connsiteX9" fmla="*/ 13156100 w 13299598"/>
                <a:gd name="connsiteY9" fmla="*/ 2134144 h 12817078"/>
                <a:gd name="connsiteX10" fmla="*/ 12487463 w 13299598"/>
                <a:gd name="connsiteY10" fmla="*/ 3056193 h 12817078"/>
                <a:gd name="connsiteX11" fmla="*/ 12304274 w 13299598"/>
                <a:gd name="connsiteY11" fmla="*/ 3260753 h 12817078"/>
                <a:gd name="connsiteX12" fmla="*/ 11455502 w 13299598"/>
                <a:gd name="connsiteY12" fmla="*/ 4271342 h 12817078"/>
                <a:gd name="connsiteX13" fmla="*/ 10249512 w 13299598"/>
                <a:gd name="connsiteY13" fmla="*/ 7983959 h 12817078"/>
                <a:gd name="connsiteX14" fmla="*/ 10200661 w 13299598"/>
                <a:gd name="connsiteY14" fmla="*/ 8359495 h 12817078"/>
                <a:gd name="connsiteX15" fmla="*/ 5129397 w 13299598"/>
                <a:gd name="connsiteY15" fmla="*/ 12817078 h 1281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299598" h="12817078">
                  <a:moveTo>
                    <a:pt x="5132451" y="12814026"/>
                  </a:moveTo>
                  <a:cubicBezTo>
                    <a:pt x="4900412" y="12814026"/>
                    <a:pt x="4668374" y="12798759"/>
                    <a:pt x="4436335" y="12765175"/>
                  </a:cubicBezTo>
                  <a:cubicBezTo>
                    <a:pt x="3837919" y="12682741"/>
                    <a:pt x="3263929" y="12499551"/>
                    <a:pt x="2732683" y="12218663"/>
                  </a:cubicBezTo>
                  <a:cubicBezTo>
                    <a:pt x="836684" y="11214180"/>
                    <a:pt x="-241075" y="9104461"/>
                    <a:pt x="45921" y="6967264"/>
                  </a:cubicBezTo>
                  <a:cubicBezTo>
                    <a:pt x="125302" y="6368849"/>
                    <a:pt x="302384" y="5459013"/>
                    <a:pt x="897746" y="4463690"/>
                  </a:cubicBezTo>
                  <a:cubicBezTo>
                    <a:pt x="1593862" y="3300444"/>
                    <a:pt x="2699099" y="2305120"/>
                    <a:pt x="4179871" y="1502145"/>
                  </a:cubicBezTo>
                  <a:cubicBezTo>
                    <a:pt x="5898789" y="577043"/>
                    <a:pt x="8210015" y="0"/>
                    <a:pt x="10218981" y="0"/>
                  </a:cubicBezTo>
                  <a:cubicBezTo>
                    <a:pt x="11492139" y="0"/>
                    <a:pt x="12466091" y="235092"/>
                    <a:pt x="12890478" y="647266"/>
                  </a:cubicBezTo>
                  <a:cubicBezTo>
                    <a:pt x="13149994" y="876251"/>
                    <a:pt x="13299598" y="1205990"/>
                    <a:pt x="13299598" y="1550995"/>
                  </a:cubicBezTo>
                  <a:cubicBezTo>
                    <a:pt x="13299598" y="1755555"/>
                    <a:pt x="13250748" y="1957062"/>
                    <a:pt x="13156100" y="2134144"/>
                  </a:cubicBezTo>
                  <a:cubicBezTo>
                    <a:pt x="13024815" y="2427246"/>
                    <a:pt x="12801936" y="2702028"/>
                    <a:pt x="12487463" y="3056193"/>
                  </a:cubicBezTo>
                  <a:cubicBezTo>
                    <a:pt x="12426400" y="3123361"/>
                    <a:pt x="12365337" y="3190531"/>
                    <a:pt x="12304274" y="3260753"/>
                  </a:cubicBezTo>
                  <a:cubicBezTo>
                    <a:pt x="12038651" y="3553854"/>
                    <a:pt x="11736390" y="3886646"/>
                    <a:pt x="11455502" y="4271342"/>
                  </a:cubicBezTo>
                  <a:cubicBezTo>
                    <a:pt x="10560932" y="5498704"/>
                    <a:pt x="10386903" y="6875670"/>
                    <a:pt x="10249512" y="7983959"/>
                  </a:cubicBezTo>
                  <a:cubicBezTo>
                    <a:pt x="10234246" y="8112191"/>
                    <a:pt x="10218981" y="8237370"/>
                    <a:pt x="10200661" y="8359495"/>
                  </a:cubicBezTo>
                  <a:cubicBezTo>
                    <a:pt x="9858710" y="10902760"/>
                    <a:pt x="7675715" y="12817078"/>
                    <a:pt x="5129397" y="12817078"/>
                  </a:cubicBezTo>
                  <a:close/>
                </a:path>
              </a:pathLst>
            </a:custGeom>
            <a:gradFill>
              <a:gsLst>
                <a:gs pos="0">
                  <a:srgbClr val="0BD7A1"/>
                </a:gs>
                <a:gs pos="100000">
                  <a:srgbClr val="0D09B5"/>
                </a:gs>
              </a:gsLst>
              <a:lin ang="3000000" scaled="0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1625397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dirty="0"/>
            </a:p>
          </p:txBody>
        </p:sp>
        <p:sp>
          <p:nvSpPr>
            <p:cNvPr id="10" name="Deep Blue">
              <a:extLst>
                <a:ext uri="{FF2B5EF4-FFF2-40B4-BE49-F238E27FC236}">
                  <a16:creationId xmlns:a16="http://schemas.microsoft.com/office/drawing/2014/main" id="{EFB2A655-88D7-A269-13DF-C1FF646C7AA2}"/>
                </a:ext>
              </a:extLst>
            </p:cNvPr>
            <p:cNvSpPr/>
            <p:nvPr userDrawn="1"/>
          </p:nvSpPr>
          <p:spPr bwMode="gray">
            <a:xfrm rot="5400000">
              <a:off x="1387772" y="-1938496"/>
              <a:ext cx="5793333" cy="5583147"/>
            </a:xfrm>
            <a:custGeom>
              <a:avLst/>
              <a:gdLst>
                <a:gd name="connsiteX0" fmla="*/ 5132451 w 13299598"/>
                <a:gd name="connsiteY0" fmla="*/ 12814026 h 12817078"/>
                <a:gd name="connsiteX1" fmla="*/ 4436335 w 13299598"/>
                <a:gd name="connsiteY1" fmla="*/ 12765175 h 12817078"/>
                <a:gd name="connsiteX2" fmla="*/ 2732683 w 13299598"/>
                <a:gd name="connsiteY2" fmla="*/ 12218663 h 12817078"/>
                <a:gd name="connsiteX3" fmla="*/ 45921 w 13299598"/>
                <a:gd name="connsiteY3" fmla="*/ 6967264 h 12817078"/>
                <a:gd name="connsiteX4" fmla="*/ 897746 w 13299598"/>
                <a:gd name="connsiteY4" fmla="*/ 4463690 h 12817078"/>
                <a:gd name="connsiteX5" fmla="*/ 4179871 w 13299598"/>
                <a:gd name="connsiteY5" fmla="*/ 1502145 h 12817078"/>
                <a:gd name="connsiteX6" fmla="*/ 10218981 w 13299598"/>
                <a:gd name="connsiteY6" fmla="*/ 0 h 12817078"/>
                <a:gd name="connsiteX7" fmla="*/ 12890478 w 13299598"/>
                <a:gd name="connsiteY7" fmla="*/ 647266 h 12817078"/>
                <a:gd name="connsiteX8" fmla="*/ 13299598 w 13299598"/>
                <a:gd name="connsiteY8" fmla="*/ 1550995 h 12817078"/>
                <a:gd name="connsiteX9" fmla="*/ 13156100 w 13299598"/>
                <a:gd name="connsiteY9" fmla="*/ 2134144 h 12817078"/>
                <a:gd name="connsiteX10" fmla="*/ 12487463 w 13299598"/>
                <a:gd name="connsiteY10" fmla="*/ 3056193 h 12817078"/>
                <a:gd name="connsiteX11" fmla="*/ 12304274 w 13299598"/>
                <a:gd name="connsiteY11" fmla="*/ 3260753 h 12817078"/>
                <a:gd name="connsiteX12" fmla="*/ 11455502 w 13299598"/>
                <a:gd name="connsiteY12" fmla="*/ 4271342 h 12817078"/>
                <a:gd name="connsiteX13" fmla="*/ 10249512 w 13299598"/>
                <a:gd name="connsiteY13" fmla="*/ 7983959 h 12817078"/>
                <a:gd name="connsiteX14" fmla="*/ 10200661 w 13299598"/>
                <a:gd name="connsiteY14" fmla="*/ 8359495 h 12817078"/>
                <a:gd name="connsiteX15" fmla="*/ 5129397 w 13299598"/>
                <a:gd name="connsiteY15" fmla="*/ 12817078 h 1281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299598" h="12817078">
                  <a:moveTo>
                    <a:pt x="5132451" y="12814026"/>
                  </a:moveTo>
                  <a:cubicBezTo>
                    <a:pt x="4900412" y="12814026"/>
                    <a:pt x="4668374" y="12798759"/>
                    <a:pt x="4436335" y="12765175"/>
                  </a:cubicBezTo>
                  <a:cubicBezTo>
                    <a:pt x="3837919" y="12682741"/>
                    <a:pt x="3263929" y="12499551"/>
                    <a:pt x="2732683" y="12218663"/>
                  </a:cubicBezTo>
                  <a:cubicBezTo>
                    <a:pt x="836684" y="11214180"/>
                    <a:pt x="-241075" y="9104461"/>
                    <a:pt x="45921" y="6967264"/>
                  </a:cubicBezTo>
                  <a:cubicBezTo>
                    <a:pt x="125302" y="6368849"/>
                    <a:pt x="302384" y="5459013"/>
                    <a:pt x="897746" y="4463690"/>
                  </a:cubicBezTo>
                  <a:cubicBezTo>
                    <a:pt x="1593862" y="3300444"/>
                    <a:pt x="2699099" y="2305120"/>
                    <a:pt x="4179871" y="1502145"/>
                  </a:cubicBezTo>
                  <a:cubicBezTo>
                    <a:pt x="5898789" y="577043"/>
                    <a:pt x="8210015" y="0"/>
                    <a:pt x="10218981" y="0"/>
                  </a:cubicBezTo>
                  <a:cubicBezTo>
                    <a:pt x="11492139" y="0"/>
                    <a:pt x="12466091" y="235092"/>
                    <a:pt x="12890478" y="647266"/>
                  </a:cubicBezTo>
                  <a:cubicBezTo>
                    <a:pt x="13149994" y="876251"/>
                    <a:pt x="13299598" y="1205990"/>
                    <a:pt x="13299598" y="1550995"/>
                  </a:cubicBezTo>
                  <a:cubicBezTo>
                    <a:pt x="13299598" y="1755555"/>
                    <a:pt x="13250748" y="1957062"/>
                    <a:pt x="13156100" y="2134144"/>
                  </a:cubicBezTo>
                  <a:cubicBezTo>
                    <a:pt x="13024815" y="2427246"/>
                    <a:pt x="12801936" y="2702028"/>
                    <a:pt x="12487463" y="3056193"/>
                  </a:cubicBezTo>
                  <a:cubicBezTo>
                    <a:pt x="12426400" y="3123361"/>
                    <a:pt x="12365337" y="3190531"/>
                    <a:pt x="12304274" y="3260753"/>
                  </a:cubicBezTo>
                  <a:cubicBezTo>
                    <a:pt x="12038651" y="3553854"/>
                    <a:pt x="11736390" y="3886646"/>
                    <a:pt x="11455502" y="4271342"/>
                  </a:cubicBezTo>
                  <a:cubicBezTo>
                    <a:pt x="10560932" y="5498704"/>
                    <a:pt x="10386903" y="6875670"/>
                    <a:pt x="10249512" y="7983959"/>
                  </a:cubicBezTo>
                  <a:cubicBezTo>
                    <a:pt x="10234246" y="8112191"/>
                    <a:pt x="10218981" y="8237370"/>
                    <a:pt x="10200661" y="8359495"/>
                  </a:cubicBezTo>
                  <a:cubicBezTo>
                    <a:pt x="9858710" y="10902760"/>
                    <a:pt x="7675715" y="12817078"/>
                    <a:pt x="5129397" y="12817078"/>
                  </a:cubicBezTo>
                  <a:close/>
                </a:path>
              </a:pathLst>
            </a:custGeom>
            <a:noFill/>
            <a:ln w="63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1625397"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10205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4" userDrawn="1">
          <p15:clr>
            <a:srgbClr val="F26B43"/>
          </p15:clr>
        </p15:guide>
        <p15:guide id="2" pos="2933" userDrawn="1">
          <p15:clr>
            <a:srgbClr val="F26B43"/>
          </p15:clr>
        </p15:guide>
        <p15:guide id="5" orient="horz" pos="1071" userDrawn="1">
          <p15:clr>
            <a:srgbClr val="F26B43"/>
          </p15:clr>
        </p15:guide>
        <p15:guide id="6" orient="horz" pos="3793" userDrawn="1">
          <p15:clr>
            <a:srgbClr val="F26B43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evoila">
            <a:extLst>
              <a:ext uri="{FF2B5EF4-FFF2-40B4-BE49-F238E27FC236}">
                <a16:creationId xmlns:a16="http://schemas.microsoft.com/office/drawing/2014/main" id="{7F23771A-34C9-95D6-E9BB-A4C5D812D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 bwMode="gray">
          <a:xfrm>
            <a:off x="10968607" y="6381328"/>
            <a:ext cx="600001" cy="144000"/>
          </a:xfrm>
          <a:prstGeom prst="rect">
            <a:avLst/>
          </a:prstGeom>
        </p:spPr>
      </p:pic>
      <p:grpSp>
        <p:nvGrpSpPr>
          <p:cNvPr id="45" name="Marker">
            <a:extLst>
              <a:ext uri="{FF2B5EF4-FFF2-40B4-BE49-F238E27FC236}">
                <a16:creationId xmlns:a16="http://schemas.microsoft.com/office/drawing/2014/main" id="{B544792E-5657-7DD5-0FC3-5A6BB6B34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-240704" y="-243000"/>
            <a:ext cx="12169352" cy="6264288"/>
            <a:chOff x="-240704" y="5877320"/>
            <a:chExt cx="12169352" cy="18792864"/>
          </a:xfrm>
          <a:solidFill>
            <a:srgbClr val="EFF1E9"/>
          </a:solidFill>
        </p:grpSpPr>
        <p:cxnSp>
          <p:nvCxnSpPr>
            <p:cNvPr id="11" name="Gerader Verbinder 47">
              <a:extLst>
                <a:ext uri="{FF2B5EF4-FFF2-40B4-BE49-F238E27FC236}">
                  <a16:creationId xmlns:a16="http://schemas.microsoft.com/office/drawing/2014/main" id="{7E570E55-B8EB-04D7-32EF-B66A50AA1FDE}"/>
                </a:ext>
              </a:extLst>
            </p:cNvPr>
            <p:cNvCxnSpPr>
              <a:cxnSpLocks/>
            </p:cNvCxnSpPr>
            <p:nvPr userDrawn="1"/>
          </p:nvCxnSpPr>
          <p:spPr bwMode="gray">
            <a:xfrm flipH="1">
              <a:off x="-240704" y="24670184"/>
              <a:ext cx="143843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cxnSp>
          <p:nvCxnSpPr>
            <p:cNvPr id="10" name="Gerader Verbinder 47">
              <a:extLst>
                <a:ext uri="{FF2B5EF4-FFF2-40B4-BE49-F238E27FC236}">
                  <a16:creationId xmlns:a16="http://schemas.microsoft.com/office/drawing/2014/main" id="{CAD5E06F-E068-010F-A7C7-516BB237DD70}"/>
                </a:ext>
              </a:extLst>
            </p:cNvPr>
            <p:cNvCxnSpPr>
              <a:cxnSpLocks/>
            </p:cNvCxnSpPr>
            <p:nvPr userDrawn="1"/>
          </p:nvCxnSpPr>
          <p:spPr bwMode="gray">
            <a:xfrm flipH="1">
              <a:off x="-240704" y="11708744"/>
              <a:ext cx="143843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cxnSp>
          <p:nvCxnSpPr>
            <p:cNvPr id="4" name="Gerader Verbinder 47">
              <a:extLst>
                <a:ext uri="{FF2B5EF4-FFF2-40B4-BE49-F238E27FC236}">
                  <a16:creationId xmlns:a16="http://schemas.microsoft.com/office/drawing/2014/main" id="{C44399DA-27B7-75B3-75A3-0880B64F383E}"/>
                </a:ext>
              </a:extLst>
            </p:cNvPr>
            <p:cNvCxnSpPr>
              <a:cxnSpLocks/>
            </p:cNvCxnSpPr>
            <p:nvPr userDrawn="1"/>
          </p:nvCxnSpPr>
          <p:spPr bwMode="gray">
            <a:xfrm flipH="1">
              <a:off x="-240704" y="8468384"/>
              <a:ext cx="143843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sp>
          <p:nvSpPr>
            <p:cNvPr id="46" name="Rechteck 29">
              <a:extLst>
                <a:ext uri="{FF2B5EF4-FFF2-40B4-BE49-F238E27FC236}">
                  <a16:creationId xmlns:a16="http://schemas.microsoft.com/office/drawing/2014/main" id="{585E0EB0-6C9B-3365-3370-BAA2D8ABA413}"/>
                </a:ext>
              </a:extLst>
            </p:cNvPr>
            <p:cNvSpPr/>
            <p:nvPr userDrawn="1"/>
          </p:nvSpPr>
          <p:spPr bwMode="gray">
            <a:xfrm>
              <a:off x="7536160" y="5877320"/>
              <a:ext cx="576000" cy="43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en-US" sz="600" b="0" dirty="0">
                  <a:solidFill>
                    <a:srgbClr val="0BD7A1"/>
                  </a:solidFill>
                  <a:latin typeface="+mn-lt"/>
                  <a:ea typeface="Verdana" panose="020B0604030504040204" pitchFamily="34" charset="0"/>
                  <a:cs typeface="Calibri Light" panose="020F0302020204030204" pitchFamily="34" charset="0"/>
                </a:rPr>
                <a:t>1.6 cm</a:t>
              </a:r>
            </a:p>
          </p:txBody>
        </p:sp>
        <p:sp>
          <p:nvSpPr>
            <p:cNvPr id="47" name="Rechteck 29">
              <a:extLst>
                <a:ext uri="{FF2B5EF4-FFF2-40B4-BE49-F238E27FC236}">
                  <a16:creationId xmlns:a16="http://schemas.microsoft.com/office/drawing/2014/main" id="{DB4E4343-B05D-760F-FAD0-8BD131C257A3}"/>
                </a:ext>
              </a:extLst>
            </p:cNvPr>
            <p:cNvSpPr/>
            <p:nvPr userDrawn="1"/>
          </p:nvSpPr>
          <p:spPr bwMode="gray">
            <a:xfrm>
              <a:off x="6384032" y="5877320"/>
              <a:ext cx="576000" cy="43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en-US" sz="600" b="0" dirty="0">
                  <a:solidFill>
                    <a:srgbClr val="0BD7A1"/>
                  </a:solidFill>
                  <a:latin typeface="+mn-lt"/>
                  <a:ea typeface="Verdana" panose="020B0604030504040204" pitchFamily="34" charset="0"/>
                  <a:cs typeface="Calibri Light" panose="020F0302020204030204" pitchFamily="34" charset="0"/>
                </a:rPr>
                <a:t>1.6 cm</a:t>
              </a:r>
            </a:p>
          </p:txBody>
        </p:sp>
        <p:sp>
          <p:nvSpPr>
            <p:cNvPr id="48" name="Rechteck 29">
              <a:extLst>
                <a:ext uri="{FF2B5EF4-FFF2-40B4-BE49-F238E27FC236}">
                  <a16:creationId xmlns:a16="http://schemas.microsoft.com/office/drawing/2014/main" id="{1365C45A-F662-516B-4CFC-A734F9D177F0}"/>
                </a:ext>
              </a:extLst>
            </p:cNvPr>
            <p:cNvSpPr/>
            <p:nvPr userDrawn="1"/>
          </p:nvSpPr>
          <p:spPr bwMode="gray">
            <a:xfrm>
              <a:off x="5231904" y="5877320"/>
              <a:ext cx="576000" cy="43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en-US" sz="600" b="0" dirty="0">
                  <a:solidFill>
                    <a:srgbClr val="0BD7A1"/>
                  </a:solidFill>
                  <a:latin typeface="+mn-lt"/>
                  <a:ea typeface="Verdana" panose="020B0604030504040204" pitchFamily="34" charset="0"/>
                  <a:cs typeface="Calibri Light" panose="020F0302020204030204" pitchFamily="34" charset="0"/>
                </a:rPr>
                <a:t>1.6 cm</a:t>
              </a:r>
            </a:p>
          </p:txBody>
        </p:sp>
        <p:sp>
          <p:nvSpPr>
            <p:cNvPr id="49" name="Rechteck 29">
              <a:extLst>
                <a:ext uri="{FF2B5EF4-FFF2-40B4-BE49-F238E27FC236}">
                  <a16:creationId xmlns:a16="http://schemas.microsoft.com/office/drawing/2014/main" id="{0C133DEE-91C5-F744-2B85-26ECA93E8C7E}"/>
                </a:ext>
              </a:extLst>
            </p:cNvPr>
            <p:cNvSpPr/>
            <p:nvPr userDrawn="1"/>
          </p:nvSpPr>
          <p:spPr bwMode="gray">
            <a:xfrm>
              <a:off x="4080000" y="5877320"/>
              <a:ext cx="576000" cy="43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en-US" sz="600" b="0" dirty="0">
                  <a:solidFill>
                    <a:srgbClr val="0BD7A1"/>
                  </a:solidFill>
                  <a:latin typeface="+mn-lt"/>
                  <a:ea typeface="Verdana" panose="020B0604030504040204" pitchFamily="34" charset="0"/>
                  <a:cs typeface="Calibri Light" panose="020F0302020204030204" pitchFamily="34" charset="0"/>
                </a:rPr>
                <a:t>1.6 cm</a:t>
              </a:r>
            </a:p>
          </p:txBody>
        </p:sp>
        <p:sp>
          <p:nvSpPr>
            <p:cNvPr id="50" name="Rechteck 29">
              <a:extLst>
                <a:ext uri="{FF2B5EF4-FFF2-40B4-BE49-F238E27FC236}">
                  <a16:creationId xmlns:a16="http://schemas.microsoft.com/office/drawing/2014/main" id="{E7B9DF4B-221A-2394-9CAA-2CDA8D798D5C}"/>
                </a:ext>
              </a:extLst>
            </p:cNvPr>
            <p:cNvSpPr/>
            <p:nvPr userDrawn="1"/>
          </p:nvSpPr>
          <p:spPr bwMode="gray">
            <a:xfrm>
              <a:off x="2927648" y="5877320"/>
              <a:ext cx="576000" cy="43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en-US" sz="600" b="0" dirty="0">
                  <a:solidFill>
                    <a:srgbClr val="0BD7A1"/>
                  </a:solidFill>
                  <a:latin typeface="+mn-lt"/>
                  <a:ea typeface="Verdana" panose="020B0604030504040204" pitchFamily="34" charset="0"/>
                  <a:cs typeface="Calibri Light" panose="020F0302020204030204" pitchFamily="34" charset="0"/>
                </a:rPr>
                <a:t>1.6 cm</a:t>
              </a:r>
            </a:p>
          </p:txBody>
        </p:sp>
        <p:sp>
          <p:nvSpPr>
            <p:cNvPr id="51" name="Rechteck 29">
              <a:extLst>
                <a:ext uri="{FF2B5EF4-FFF2-40B4-BE49-F238E27FC236}">
                  <a16:creationId xmlns:a16="http://schemas.microsoft.com/office/drawing/2014/main" id="{F7A658DC-E3EC-F917-234B-8C42DBD5BFAE}"/>
                </a:ext>
              </a:extLst>
            </p:cNvPr>
            <p:cNvSpPr/>
            <p:nvPr userDrawn="1"/>
          </p:nvSpPr>
          <p:spPr bwMode="gray">
            <a:xfrm>
              <a:off x="1775520" y="5877320"/>
              <a:ext cx="576000" cy="43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en-US" sz="600" b="0" dirty="0">
                  <a:solidFill>
                    <a:srgbClr val="0BD7A1"/>
                  </a:solidFill>
                  <a:latin typeface="+mn-lt"/>
                  <a:ea typeface="Verdana" panose="020B0604030504040204" pitchFamily="34" charset="0"/>
                  <a:cs typeface="Calibri Light" panose="020F0302020204030204" pitchFamily="34" charset="0"/>
                </a:rPr>
                <a:t>1.6 cm</a:t>
              </a:r>
            </a:p>
          </p:txBody>
        </p:sp>
        <p:sp>
          <p:nvSpPr>
            <p:cNvPr id="52" name="Rechteck 29">
              <a:extLst>
                <a:ext uri="{FF2B5EF4-FFF2-40B4-BE49-F238E27FC236}">
                  <a16:creationId xmlns:a16="http://schemas.microsoft.com/office/drawing/2014/main" id="{964D306B-D643-AEAB-15E5-2F1077460D5D}"/>
                </a:ext>
              </a:extLst>
            </p:cNvPr>
            <p:cNvSpPr/>
            <p:nvPr userDrawn="1"/>
          </p:nvSpPr>
          <p:spPr bwMode="gray">
            <a:xfrm>
              <a:off x="623392" y="5877320"/>
              <a:ext cx="576000" cy="43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en-US" sz="600" b="0" dirty="0">
                  <a:solidFill>
                    <a:srgbClr val="0BD7A1"/>
                  </a:solidFill>
                  <a:latin typeface="+mn-lt"/>
                  <a:ea typeface="Verdana" panose="020B0604030504040204" pitchFamily="34" charset="0"/>
                  <a:cs typeface="Calibri Light" panose="020F0302020204030204" pitchFamily="34" charset="0"/>
                </a:rPr>
                <a:t>1.6 cm</a:t>
              </a:r>
            </a:p>
          </p:txBody>
        </p:sp>
        <p:sp>
          <p:nvSpPr>
            <p:cNvPr id="53" name="Rechteck 29">
              <a:extLst>
                <a:ext uri="{FF2B5EF4-FFF2-40B4-BE49-F238E27FC236}">
                  <a16:creationId xmlns:a16="http://schemas.microsoft.com/office/drawing/2014/main" id="{C482541C-2E22-C2D4-D24B-4F1D64BA599F}"/>
                </a:ext>
              </a:extLst>
            </p:cNvPr>
            <p:cNvSpPr/>
            <p:nvPr userDrawn="1"/>
          </p:nvSpPr>
          <p:spPr bwMode="gray">
            <a:xfrm>
              <a:off x="5807968" y="5877320"/>
              <a:ext cx="576000" cy="43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600" b="0" dirty="0">
                <a:solidFill>
                  <a:srgbClr val="0BD7A1"/>
                </a:solidFill>
                <a:latin typeface="+mn-lt"/>
                <a:ea typeface="Verdana" panose="020B060403050404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54" name="Gerader Verbinder 20">
              <a:extLst>
                <a:ext uri="{FF2B5EF4-FFF2-40B4-BE49-F238E27FC236}">
                  <a16:creationId xmlns:a16="http://schemas.microsoft.com/office/drawing/2014/main" id="{5804B801-547C-ACF9-813E-194D965E5346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6168031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cxnSp>
          <p:nvCxnSpPr>
            <p:cNvPr id="55" name="Gerader Verbinder 47">
              <a:extLst>
                <a:ext uri="{FF2B5EF4-FFF2-40B4-BE49-F238E27FC236}">
                  <a16:creationId xmlns:a16="http://schemas.microsoft.com/office/drawing/2014/main" id="{1B4E9015-E928-A59E-1C58-E75B64E806EE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5591967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sp>
          <p:nvSpPr>
            <p:cNvPr id="56" name="Rechteck 29">
              <a:extLst>
                <a:ext uri="{FF2B5EF4-FFF2-40B4-BE49-F238E27FC236}">
                  <a16:creationId xmlns:a16="http://schemas.microsoft.com/office/drawing/2014/main" id="{FBEB8628-1209-1411-7A1C-C420883A7A4B}"/>
                </a:ext>
              </a:extLst>
            </p:cNvPr>
            <p:cNvSpPr/>
            <p:nvPr userDrawn="1"/>
          </p:nvSpPr>
          <p:spPr bwMode="gray">
            <a:xfrm>
              <a:off x="6960161" y="5877320"/>
              <a:ext cx="576000" cy="43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600" b="0" dirty="0">
                <a:solidFill>
                  <a:srgbClr val="0BD7A1"/>
                </a:solidFill>
                <a:latin typeface="+mn-lt"/>
                <a:ea typeface="Verdana" panose="020B060403050404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57" name="Gerader Verbinder 20">
              <a:extLst>
                <a:ext uri="{FF2B5EF4-FFF2-40B4-BE49-F238E27FC236}">
                  <a16:creationId xmlns:a16="http://schemas.microsoft.com/office/drawing/2014/main" id="{8E0DCCC1-0A93-6B34-0D80-BFDC1B69D3EF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7320160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cxnSp>
          <p:nvCxnSpPr>
            <p:cNvPr id="58" name="Gerader Verbinder 47">
              <a:extLst>
                <a:ext uri="{FF2B5EF4-FFF2-40B4-BE49-F238E27FC236}">
                  <a16:creationId xmlns:a16="http://schemas.microsoft.com/office/drawing/2014/main" id="{4FCBF496-A1D7-1942-7AC5-5DAFB6893E3A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6744096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sp>
          <p:nvSpPr>
            <p:cNvPr id="59" name="Rechteck 29">
              <a:extLst>
                <a:ext uri="{FF2B5EF4-FFF2-40B4-BE49-F238E27FC236}">
                  <a16:creationId xmlns:a16="http://schemas.microsoft.com/office/drawing/2014/main" id="{238BF58C-76FC-1908-77BB-4B67723F951D}"/>
                </a:ext>
              </a:extLst>
            </p:cNvPr>
            <p:cNvSpPr/>
            <p:nvPr userDrawn="1"/>
          </p:nvSpPr>
          <p:spPr bwMode="gray">
            <a:xfrm>
              <a:off x="4655840" y="5877320"/>
              <a:ext cx="576000" cy="43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600" b="0" dirty="0">
                <a:solidFill>
                  <a:srgbClr val="0BD7A1"/>
                </a:solidFill>
                <a:latin typeface="+mn-lt"/>
                <a:ea typeface="Verdana" panose="020B060403050404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60" name="Gerader Verbinder 20">
              <a:extLst>
                <a:ext uri="{FF2B5EF4-FFF2-40B4-BE49-F238E27FC236}">
                  <a16:creationId xmlns:a16="http://schemas.microsoft.com/office/drawing/2014/main" id="{FE8DE1F4-1496-C476-BD0F-14BB1896483A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5015904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cxnSp>
          <p:nvCxnSpPr>
            <p:cNvPr id="61" name="Gerader Verbinder 47">
              <a:extLst>
                <a:ext uri="{FF2B5EF4-FFF2-40B4-BE49-F238E27FC236}">
                  <a16:creationId xmlns:a16="http://schemas.microsoft.com/office/drawing/2014/main" id="{AB9616FC-FC55-A172-DC52-42526D7F2FD1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4439840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sp>
          <p:nvSpPr>
            <p:cNvPr id="62" name="Rechteck 29">
              <a:extLst>
                <a:ext uri="{FF2B5EF4-FFF2-40B4-BE49-F238E27FC236}">
                  <a16:creationId xmlns:a16="http://schemas.microsoft.com/office/drawing/2014/main" id="{7BC13550-D960-14DA-17A4-13C6B0C57714}"/>
                </a:ext>
              </a:extLst>
            </p:cNvPr>
            <p:cNvSpPr/>
            <p:nvPr userDrawn="1"/>
          </p:nvSpPr>
          <p:spPr bwMode="gray">
            <a:xfrm>
              <a:off x="3503712" y="5877320"/>
              <a:ext cx="576000" cy="43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600" b="0" dirty="0">
                <a:solidFill>
                  <a:srgbClr val="0BD7A1"/>
                </a:solidFill>
                <a:latin typeface="+mn-lt"/>
                <a:ea typeface="Verdana" panose="020B060403050404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63" name="Gerader Verbinder 20">
              <a:extLst>
                <a:ext uri="{FF2B5EF4-FFF2-40B4-BE49-F238E27FC236}">
                  <a16:creationId xmlns:a16="http://schemas.microsoft.com/office/drawing/2014/main" id="{8DAF9835-8D8E-001C-6DB3-5F309D1505B1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3863775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cxnSp>
          <p:nvCxnSpPr>
            <p:cNvPr id="64" name="Gerader Verbinder 47">
              <a:extLst>
                <a:ext uri="{FF2B5EF4-FFF2-40B4-BE49-F238E27FC236}">
                  <a16:creationId xmlns:a16="http://schemas.microsoft.com/office/drawing/2014/main" id="{2795CA35-0DCE-852B-617D-80F1E16FEE84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3287711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sp>
          <p:nvSpPr>
            <p:cNvPr id="65" name="Rechteck 29">
              <a:extLst>
                <a:ext uri="{FF2B5EF4-FFF2-40B4-BE49-F238E27FC236}">
                  <a16:creationId xmlns:a16="http://schemas.microsoft.com/office/drawing/2014/main" id="{2088170E-DB63-8E54-D30D-12B11E09E537}"/>
                </a:ext>
              </a:extLst>
            </p:cNvPr>
            <p:cNvSpPr/>
            <p:nvPr userDrawn="1"/>
          </p:nvSpPr>
          <p:spPr bwMode="gray">
            <a:xfrm>
              <a:off x="2351584" y="5877320"/>
              <a:ext cx="576000" cy="43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600" b="0" dirty="0">
                <a:solidFill>
                  <a:srgbClr val="0BD7A1"/>
                </a:solidFill>
                <a:latin typeface="+mn-lt"/>
                <a:ea typeface="Verdana" panose="020B060403050404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66" name="Gerader Verbinder 20">
              <a:extLst>
                <a:ext uri="{FF2B5EF4-FFF2-40B4-BE49-F238E27FC236}">
                  <a16:creationId xmlns:a16="http://schemas.microsoft.com/office/drawing/2014/main" id="{A4C34960-F5D2-9D69-C779-2232084E557A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2711648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cxnSp>
          <p:nvCxnSpPr>
            <p:cNvPr id="67" name="Gerader Verbinder 47">
              <a:extLst>
                <a:ext uri="{FF2B5EF4-FFF2-40B4-BE49-F238E27FC236}">
                  <a16:creationId xmlns:a16="http://schemas.microsoft.com/office/drawing/2014/main" id="{6BD09456-F312-2AF8-92B9-48B9339C66C3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2135584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sp>
          <p:nvSpPr>
            <p:cNvPr id="68" name="Rechteck 29">
              <a:extLst>
                <a:ext uri="{FF2B5EF4-FFF2-40B4-BE49-F238E27FC236}">
                  <a16:creationId xmlns:a16="http://schemas.microsoft.com/office/drawing/2014/main" id="{2567ECE4-0929-9422-5033-B67274A65A8F}"/>
                </a:ext>
              </a:extLst>
            </p:cNvPr>
            <p:cNvSpPr/>
            <p:nvPr userDrawn="1"/>
          </p:nvSpPr>
          <p:spPr bwMode="gray">
            <a:xfrm>
              <a:off x="1200000" y="5877320"/>
              <a:ext cx="576000" cy="43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600" b="0" dirty="0">
                <a:solidFill>
                  <a:srgbClr val="0BD7A1"/>
                </a:solidFill>
                <a:latin typeface="+mn-lt"/>
                <a:ea typeface="Verdana" panose="020B060403050404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69" name="Gerader Verbinder 20">
              <a:extLst>
                <a:ext uri="{FF2B5EF4-FFF2-40B4-BE49-F238E27FC236}">
                  <a16:creationId xmlns:a16="http://schemas.microsoft.com/office/drawing/2014/main" id="{D672884C-F028-F88C-2F49-CCEA0B4214D3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1559520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cxnSp>
          <p:nvCxnSpPr>
            <p:cNvPr id="70" name="Gerader Verbinder 47">
              <a:extLst>
                <a:ext uri="{FF2B5EF4-FFF2-40B4-BE49-F238E27FC236}">
                  <a16:creationId xmlns:a16="http://schemas.microsoft.com/office/drawing/2014/main" id="{B7001188-01CC-7F5D-F0A8-F4B46CA0F0EC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983456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sp>
          <p:nvSpPr>
            <p:cNvPr id="71" name="Rechteck 32">
              <a:extLst>
                <a:ext uri="{FF2B5EF4-FFF2-40B4-BE49-F238E27FC236}">
                  <a16:creationId xmlns:a16="http://schemas.microsoft.com/office/drawing/2014/main" id="{F8B16710-31C9-8E71-0C52-90BC1AC7F2B5}"/>
                </a:ext>
              </a:extLst>
            </p:cNvPr>
            <p:cNvSpPr/>
            <p:nvPr userDrawn="1"/>
          </p:nvSpPr>
          <p:spPr bwMode="gray">
            <a:xfrm>
              <a:off x="8112225" y="5877320"/>
              <a:ext cx="576000" cy="43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600" b="0" dirty="0">
                <a:solidFill>
                  <a:srgbClr val="0BD7A1"/>
                </a:solidFill>
                <a:latin typeface="+mn-lt"/>
                <a:ea typeface="Verdana" panose="020B060403050404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72" name="Gerader Verbinder 20">
              <a:extLst>
                <a:ext uri="{FF2B5EF4-FFF2-40B4-BE49-F238E27FC236}">
                  <a16:creationId xmlns:a16="http://schemas.microsoft.com/office/drawing/2014/main" id="{A6749921-A4F6-9186-F2E3-BACF3847CBF7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7896224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sp>
          <p:nvSpPr>
            <p:cNvPr id="73" name="Rechteck 29">
              <a:extLst>
                <a:ext uri="{FF2B5EF4-FFF2-40B4-BE49-F238E27FC236}">
                  <a16:creationId xmlns:a16="http://schemas.microsoft.com/office/drawing/2014/main" id="{59C92267-6664-5942-EAD1-5D8640465378}"/>
                </a:ext>
              </a:extLst>
            </p:cNvPr>
            <p:cNvSpPr/>
            <p:nvPr userDrawn="1"/>
          </p:nvSpPr>
          <p:spPr bwMode="gray">
            <a:xfrm>
              <a:off x="8688289" y="5877320"/>
              <a:ext cx="576000" cy="43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en-US" sz="600" b="0" dirty="0">
                  <a:solidFill>
                    <a:srgbClr val="0BD7A1"/>
                  </a:solidFill>
                  <a:latin typeface="+mn-lt"/>
                  <a:ea typeface="Verdana" panose="020B0604030504040204" pitchFamily="34" charset="0"/>
                  <a:cs typeface="Calibri Light" panose="020F0302020204030204" pitchFamily="34" charset="0"/>
                </a:rPr>
                <a:t>1.6 cm</a:t>
              </a:r>
            </a:p>
          </p:txBody>
        </p:sp>
        <p:cxnSp>
          <p:nvCxnSpPr>
            <p:cNvPr id="74" name="Gerader Verbinder 20">
              <a:extLst>
                <a:ext uri="{FF2B5EF4-FFF2-40B4-BE49-F238E27FC236}">
                  <a16:creationId xmlns:a16="http://schemas.microsoft.com/office/drawing/2014/main" id="{4C3C3F7D-2718-89E5-02FF-117286F0C380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8472288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sp>
          <p:nvSpPr>
            <p:cNvPr id="75" name="Rechteck 29">
              <a:extLst>
                <a:ext uri="{FF2B5EF4-FFF2-40B4-BE49-F238E27FC236}">
                  <a16:creationId xmlns:a16="http://schemas.microsoft.com/office/drawing/2014/main" id="{BC07F49C-EBC7-85A9-BB0F-FE8E246997D0}"/>
                </a:ext>
              </a:extLst>
            </p:cNvPr>
            <p:cNvSpPr/>
            <p:nvPr userDrawn="1"/>
          </p:nvSpPr>
          <p:spPr bwMode="gray">
            <a:xfrm>
              <a:off x="9264353" y="5877320"/>
              <a:ext cx="576000" cy="43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600" b="0" dirty="0">
                <a:solidFill>
                  <a:srgbClr val="0BD7A1"/>
                </a:solidFill>
                <a:latin typeface="+mn-lt"/>
                <a:ea typeface="Verdana" panose="020B060403050404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76" name="Gerader Verbinder 20">
              <a:extLst>
                <a:ext uri="{FF2B5EF4-FFF2-40B4-BE49-F238E27FC236}">
                  <a16:creationId xmlns:a16="http://schemas.microsoft.com/office/drawing/2014/main" id="{648ED521-49A7-5E34-58E4-C17418054B46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9048352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sp>
          <p:nvSpPr>
            <p:cNvPr id="77" name="Rechteck 29">
              <a:extLst>
                <a:ext uri="{FF2B5EF4-FFF2-40B4-BE49-F238E27FC236}">
                  <a16:creationId xmlns:a16="http://schemas.microsoft.com/office/drawing/2014/main" id="{C75BD6D8-B346-754B-FF0F-987506CB527B}"/>
                </a:ext>
              </a:extLst>
            </p:cNvPr>
            <p:cNvSpPr/>
            <p:nvPr userDrawn="1"/>
          </p:nvSpPr>
          <p:spPr bwMode="gray">
            <a:xfrm>
              <a:off x="9840417" y="5877320"/>
              <a:ext cx="576000" cy="43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en-US" sz="600" b="0" dirty="0">
                  <a:solidFill>
                    <a:srgbClr val="0BD7A1"/>
                  </a:solidFill>
                  <a:latin typeface="+mn-lt"/>
                  <a:ea typeface="Verdana" panose="020B0604030504040204" pitchFamily="34" charset="0"/>
                  <a:cs typeface="Calibri Light" panose="020F0302020204030204" pitchFamily="34" charset="0"/>
                </a:rPr>
                <a:t>1.6 cm</a:t>
              </a:r>
            </a:p>
          </p:txBody>
        </p:sp>
        <p:cxnSp>
          <p:nvCxnSpPr>
            <p:cNvPr id="78" name="Gerader Verbinder 20">
              <a:extLst>
                <a:ext uri="{FF2B5EF4-FFF2-40B4-BE49-F238E27FC236}">
                  <a16:creationId xmlns:a16="http://schemas.microsoft.com/office/drawing/2014/main" id="{7F304C07-F7E8-BE2B-1C6F-FC791C8AAF06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9624416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sp>
          <p:nvSpPr>
            <p:cNvPr id="79" name="Rechteck 29">
              <a:extLst>
                <a:ext uri="{FF2B5EF4-FFF2-40B4-BE49-F238E27FC236}">
                  <a16:creationId xmlns:a16="http://schemas.microsoft.com/office/drawing/2014/main" id="{B0D577BB-EF62-483A-9253-C2ED5CABBA25}"/>
                </a:ext>
              </a:extLst>
            </p:cNvPr>
            <p:cNvSpPr/>
            <p:nvPr userDrawn="1"/>
          </p:nvSpPr>
          <p:spPr bwMode="gray">
            <a:xfrm>
              <a:off x="10416481" y="5877320"/>
              <a:ext cx="576000" cy="43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600" b="0" dirty="0">
                <a:solidFill>
                  <a:srgbClr val="0BD7A1"/>
                </a:solidFill>
                <a:latin typeface="+mn-lt"/>
                <a:ea typeface="Verdana" panose="020B060403050404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80" name="Gerader Verbinder 20">
              <a:extLst>
                <a:ext uri="{FF2B5EF4-FFF2-40B4-BE49-F238E27FC236}">
                  <a16:creationId xmlns:a16="http://schemas.microsoft.com/office/drawing/2014/main" id="{7DA8A438-2B45-FF20-017F-7E541575E501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10200480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sp>
          <p:nvSpPr>
            <p:cNvPr id="81" name="Rechteck 29">
              <a:extLst>
                <a:ext uri="{FF2B5EF4-FFF2-40B4-BE49-F238E27FC236}">
                  <a16:creationId xmlns:a16="http://schemas.microsoft.com/office/drawing/2014/main" id="{30871B48-E983-8375-D9D7-B68F7E65692A}"/>
                </a:ext>
              </a:extLst>
            </p:cNvPr>
            <p:cNvSpPr/>
            <p:nvPr userDrawn="1"/>
          </p:nvSpPr>
          <p:spPr bwMode="gray">
            <a:xfrm>
              <a:off x="10992608" y="5877320"/>
              <a:ext cx="576000" cy="43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en-US" sz="600" b="0" dirty="0">
                  <a:solidFill>
                    <a:srgbClr val="0BD7A1"/>
                  </a:solidFill>
                  <a:latin typeface="+mn-lt"/>
                  <a:ea typeface="Verdana" panose="020B0604030504040204" pitchFamily="34" charset="0"/>
                  <a:cs typeface="Calibri Light" panose="020F0302020204030204" pitchFamily="34" charset="0"/>
                </a:rPr>
                <a:t>1.6 cm</a:t>
              </a:r>
            </a:p>
          </p:txBody>
        </p:sp>
        <p:cxnSp>
          <p:nvCxnSpPr>
            <p:cNvPr id="82" name="Gerader Verbinder 20">
              <a:extLst>
                <a:ext uri="{FF2B5EF4-FFF2-40B4-BE49-F238E27FC236}">
                  <a16:creationId xmlns:a16="http://schemas.microsoft.com/office/drawing/2014/main" id="{15ECB288-591B-D82E-4984-A09DEEB40927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10776607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cxnSp>
          <p:nvCxnSpPr>
            <p:cNvPr id="86" name="Gerader Verbinder 47">
              <a:extLst>
                <a:ext uri="{FF2B5EF4-FFF2-40B4-BE49-F238E27FC236}">
                  <a16:creationId xmlns:a16="http://schemas.microsoft.com/office/drawing/2014/main" id="{B2A00978-CCEF-7DFC-51E6-782FC1AF7F93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408000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cxnSp>
          <p:nvCxnSpPr>
            <p:cNvPr id="87" name="Gerader Verbinder 20">
              <a:extLst>
                <a:ext uri="{FF2B5EF4-FFF2-40B4-BE49-F238E27FC236}">
                  <a16:creationId xmlns:a16="http://schemas.microsoft.com/office/drawing/2014/main" id="{E804CF6C-6FC6-7CEE-5986-173E56A32F36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11352000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cxnSp>
          <p:nvCxnSpPr>
            <p:cNvPr id="88" name="Gerader Verbinder 47">
              <a:extLst>
                <a:ext uri="{FF2B5EF4-FFF2-40B4-BE49-F238E27FC236}">
                  <a16:creationId xmlns:a16="http://schemas.microsoft.com/office/drawing/2014/main" id="{4C37C559-D25A-CA9E-E372-E83DFDBAC034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47352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cxnSp>
          <p:nvCxnSpPr>
            <p:cNvPr id="89" name="Gerader Verbinder 20">
              <a:extLst>
                <a:ext uri="{FF2B5EF4-FFF2-40B4-BE49-F238E27FC236}">
                  <a16:creationId xmlns:a16="http://schemas.microsoft.com/office/drawing/2014/main" id="{92C9735A-7271-F6C2-5324-C31267E01D32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16200000">
              <a:off x="11712648" y="6093320"/>
              <a:ext cx="432000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  <p:cxnSp>
          <p:nvCxnSpPr>
            <p:cNvPr id="8" name="Gerader Verbinder 47">
              <a:extLst>
                <a:ext uri="{FF2B5EF4-FFF2-40B4-BE49-F238E27FC236}">
                  <a16:creationId xmlns:a16="http://schemas.microsoft.com/office/drawing/2014/main" id="{ABBACBB6-86C2-2697-CBB0-AFE5F16013FB}"/>
                </a:ext>
              </a:extLst>
            </p:cNvPr>
            <p:cNvCxnSpPr>
              <a:cxnSpLocks/>
            </p:cNvCxnSpPr>
            <p:nvPr userDrawn="1"/>
          </p:nvCxnSpPr>
          <p:spPr bwMode="gray">
            <a:xfrm flipH="1">
              <a:off x="-240704" y="7388651"/>
              <a:ext cx="143843" cy="0"/>
            </a:xfrm>
            <a:prstGeom prst="line">
              <a:avLst/>
            </a:prstGeom>
            <a:grpFill/>
            <a:ln w="6350" cap="flat" cmpd="sng" algn="ctr">
              <a:solidFill>
                <a:srgbClr val="0BD7A1"/>
              </a:solidFill>
              <a:prstDash val="solid"/>
              <a:miter lim="800000"/>
            </a:ln>
            <a:effectLst/>
          </p:spPr>
        </p:cxn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72674-AB85-768C-7565-43503FC08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0416543" y="6381328"/>
            <a:ext cx="287969" cy="216000"/>
          </a:xfrm>
          <a:prstGeom prst="rect">
            <a:avLst/>
          </a:prstGeom>
        </p:spPr>
        <p:txBody>
          <a:bodyPr vert="horz" lIns="0" tIns="0" rIns="0" bIns="5400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C747239-E02D-4B45-A737-82900F3DA7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897DC-2A78-2083-515C-47E666B5C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672264" y="6381328"/>
            <a:ext cx="3600264" cy="216000"/>
          </a:xfrm>
          <a:prstGeom prst="rect">
            <a:avLst/>
          </a:prstGeom>
        </p:spPr>
        <p:txBody>
          <a:bodyPr vert="horz" lIns="0" tIns="0" rIns="0" bIns="54000" rtlCol="0" anchor="b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Optional Footer | Title of presentation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39DDC6-5CE5-A1C4-C460-9E73BF8E7E3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391" y="548680"/>
            <a:ext cx="8640891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0176A-BC8B-9C50-7D7F-4A27F7219049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623391" y="1701576"/>
            <a:ext cx="10944721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This is your body text style in 16 pt. Please use the “Decrease/Increase List Level” buttons on the “Home” tab to set your desired text styles such as headings and bullet points as well as the small text styles in 12 pt.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</p:spTree>
    <p:extLst>
      <p:ext uri="{BB962C8B-B14F-4D97-AF65-F5344CB8AC3E}">
        <p14:creationId xmlns:p14="http://schemas.microsoft.com/office/powerpoint/2010/main" val="2155594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49" r:id="rId2"/>
    <p:sldLayoutId id="2147483658" r:id="rId3"/>
    <p:sldLayoutId id="2147483672" r:id="rId4"/>
    <p:sldLayoutId id="2147483678" r:id="rId5"/>
    <p:sldLayoutId id="2147483679" r:id="rId6"/>
    <p:sldLayoutId id="2147483682" r:id="rId7"/>
    <p:sldLayoutId id="2147483683" r:id="rId8"/>
    <p:sldLayoutId id="2147483663" r:id="rId9"/>
    <p:sldLayoutId id="2147483659" r:id="rId10"/>
    <p:sldLayoutId id="2147483675" r:id="rId11"/>
    <p:sldLayoutId id="2147483650" r:id="rId12"/>
    <p:sldLayoutId id="2147483673" r:id="rId13"/>
    <p:sldLayoutId id="2147483656" r:id="rId14"/>
    <p:sldLayoutId id="2147483668" r:id="rId15"/>
    <p:sldLayoutId id="2147483671" r:id="rId16"/>
    <p:sldLayoutId id="2147483669" r:id="rId17"/>
    <p:sldLayoutId id="2147483670" r:id="rId18"/>
    <p:sldLayoutId id="2147483674" r:id="rId19"/>
    <p:sldLayoutId id="2147483676" r:id="rId20"/>
    <p:sldLayoutId id="2147483677" r:id="rId21"/>
    <p:sldLayoutId id="2147483654" r:id="rId22"/>
    <p:sldLayoutId id="2147483664" r:id="rId23"/>
    <p:sldLayoutId id="2147483665" r:id="rId24"/>
    <p:sldLayoutId id="2147483681" r:id="rId25"/>
    <p:sldLayoutId id="2147483680" r:id="rId2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1200"/>
        </a:spcBef>
        <a:spcAft>
          <a:spcPts val="400"/>
        </a:spcAft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10000"/>
        </a:lnSpc>
        <a:spcBef>
          <a:spcPts val="1200"/>
        </a:spcBef>
        <a:spcAft>
          <a:spcPts val="300"/>
        </a:spcAft>
        <a:buFont typeface="Arial" panose="020B0604020202020204" pitchFamily="34" charset="0"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144000" indent="-144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0" indent="-144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88000" indent="-144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pos="7514" userDrawn="1">
          <p15:clr>
            <a:srgbClr val="547EBF"/>
          </p15:clr>
        </p15:guide>
        <p15:guide id="5" pos="166" userDrawn="1">
          <p15:clr>
            <a:srgbClr val="547EBF"/>
          </p15:clr>
        </p15:guide>
        <p15:guide id="8" orient="horz" pos="164" userDrawn="1">
          <p15:clr>
            <a:srgbClr val="547EBF"/>
          </p15:clr>
        </p15:guide>
        <p15:guide id="9" orient="horz" pos="4156" userDrawn="1">
          <p15:clr>
            <a:srgbClr val="547EBF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8DF9E-DAB1-7250-1E2C-5B7757ABC2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MEHO Open-Source Launch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B6C8C0-3F5F-B9C4-D114-AD5C67F83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Engineering + Product Team Kickoff</a:t>
            </a:r>
          </a:p>
          <a:p>
            <a:r>
              <a:rPr lang="en-US" dirty="0"/>
              <a:t>April 2026 | MEHO Product Team</a:t>
            </a:r>
          </a:p>
        </p:txBody>
      </p:sp>
    </p:spTree>
    <p:extLst>
      <p:ext uri="{BB962C8B-B14F-4D97-AF65-F5344CB8AC3E}">
        <p14:creationId xmlns:p14="http://schemas.microsoft.com/office/powerpoint/2010/main" val="3539770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EC6112-C322-B548-3DC4-6D24E508E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2CD21B-9A50-5F23-3275-5832B0CE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D0A38D-8A98-5902-E2AD-6EB519314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NOT To Do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964F01-3DFB-C5DB-4088-F117F498E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dirty="0"/>
              <a:t>Five rules the entire team must follow: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400" dirty="0"/>
              <a:t>1. Don’t gate-keep the connectors — All 15 connectors stay free forever. Gate organizational features (SSO, multi-tenancy, audit), never technical features. A crippled free version kills adoption dead.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400" dirty="0"/>
              <a:t>2. Don’t treat the repo as marketing — If issues go unanswered for weeks and the last commit was 3 months ago, the project looks dead. Commit to weekly visible activity.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400" dirty="0"/>
              <a:t>3. Don’t launch without a working quickstart — If docker compose up fails or takes 15 minutes of config, we lose 90% of evaluators. The 5-minute experience is everything.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400" dirty="0"/>
              <a:t>4. Don’t go silent after launch — The launch spike decays in 3-5 days. Without follow-up content and community presence, we get a one-time blip.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400" dirty="0"/>
              <a:t>5. Don’t write enterprise-first docs — Every guide must make a single engineer on a laptop successful. If it says “contact your account manager,” it’s a brochure.</a:t>
            </a:r>
          </a:p>
        </p:txBody>
      </p:sp>
    </p:spTree>
    <p:extLst>
      <p:ext uri="{BB962C8B-B14F-4D97-AF65-F5344CB8AC3E}">
        <p14:creationId xmlns:p14="http://schemas.microsoft.com/office/powerpoint/2010/main" val="1491711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B2E97-E1FA-4C18-2643-36283679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Topology Auto-Discovery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5AD48-39C0-11A7-1416-622DAF0383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4A6B0-78CA-157E-48E1-3B0C940893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K8s Pods"/>
          <p:cNvSpPr/>
          <p:nvPr/>
        </p:nvSpPr>
        <p:spPr>
          <a:xfrm>
            <a:off x="800000" y="1250000"/>
            <a:ext cx="1600000" cy="450000"/>
          </a:xfrm>
          <a:prstGeom prst="roundRect">
            <a:avLst>
              <a:gd name="adj" fmla="val 10000"/>
            </a:avLst>
          </a:prstGeom>
          <a:solidFill>
            <a:srgbClr val="0075E4"/>
          </a:solidFill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K8s Pods</a:t>
            </a:r>
          </a:p>
        </p:txBody>
      </p:sp>
      <p:sp>
        <p:nvSpPr>
          <p:cNvPr id="11" name="K8s Nodes"/>
          <p:cNvSpPr/>
          <p:nvPr/>
        </p:nvSpPr>
        <p:spPr>
          <a:xfrm>
            <a:off x="3200000" y="1250000"/>
            <a:ext cx="1600000" cy="450000"/>
          </a:xfrm>
          <a:prstGeom prst="roundRect">
            <a:avLst>
              <a:gd name="adj" fmla="val 10000"/>
            </a:avLst>
          </a:prstGeom>
          <a:solidFill>
            <a:srgbClr val="0075E4"/>
          </a:solidFill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K8s Nodes</a:t>
            </a:r>
          </a:p>
        </p:txBody>
      </p:sp>
      <p:sp>
        <p:nvSpPr>
          <p:cNvPr id="12" name="VMs"/>
          <p:cNvSpPr/>
          <p:nvPr/>
        </p:nvSpPr>
        <p:spPr>
          <a:xfrm>
            <a:off x="800000" y="2400000"/>
            <a:ext cx="1600000" cy="450000"/>
          </a:xfrm>
          <a:prstGeom prst="roundRect">
            <a:avLst>
              <a:gd name="adj" fmla="val 10000"/>
            </a:avLst>
          </a:prstGeom>
          <a:solidFill>
            <a:srgbClr val="0D09B5"/>
          </a:solidFill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Virtual Machines</a:t>
            </a:r>
          </a:p>
        </p:txBody>
      </p:sp>
      <p:sp>
        <p:nvSpPr>
          <p:cNvPr id="13" name="ESXi Hosts"/>
          <p:cNvSpPr/>
          <p:nvPr/>
        </p:nvSpPr>
        <p:spPr>
          <a:xfrm>
            <a:off x="3200000" y="2400000"/>
            <a:ext cx="1600000" cy="450000"/>
          </a:xfrm>
          <a:prstGeom prst="roundRect">
            <a:avLst>
              <a:gd name="adj" fmla="val 10000"/>
            </a:avLst>
          </a:prstGeom>
          <a:solidFill>
            <a:srgbClr val="0D09B5"/>
          </a:solidFill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ESXi Hosts</a:t>
            </a:r>
          </a:p>
        </p:txBody>
      </p:sp>
      <p:sp>
        <p:nvSpPr>
          <p:cNvPr id="14" name="Clusters"/>
          <p:cNvSpPr/>
          <p:nvPr/>
        </p:nvSpPr>
        <p:spPr>
          <a:xfrm>
            <a:off x="5600000" y="2400000"/>
            <a:ext cx="1600000" cy="450000"/>
          </a:xfrm>
          <a:prstGeom prst="roundRect">
            <a:avLst>
              <a:gd name="adj" fmla="val 10000"/>
            </a:avLst>
          </a:prstGeom>
          <a:solidFill>
            <a:srgbClr val="0D09B5"/>
          </a:solidFill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Clusters</a:t>
            </a:r>
          </a:p>
        </p:txBody>
      </p:sp>
      <p:sp>
        <p:nvSpPr>
          <p:cNvPr id="15" name="Storage"/>
          <p:cNvSpPr/>
          <p:nvPr/>
        </p:nvSpPr>
        <p:spPr>
          <a:xfrm>
            <a:off x="800000" y="3550000"/>
            <a:ext cx="1600000" cy="450000"/>
          </a:xfrm>
          <a:prstGeom prst="roundRect">
            <a:avLst>
              <a:gd name="adj" fmla="val 10000"/>
            </a:avLst>
          </a:prstGeom>
          <a:solidFill>
            <a:srgbClr val="1F1534"/>
          </a:solidFill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vSAN Storage</a:t>
            </a:r>
          </a:p>
        </p:txBody>
      </p:sp>
      <p:sp>
        <p:nvSpPr>
          <p:cNvPr id="16" name="Networking"/>
          <p:cNvSpPr/>
          <p:nvPr/>
        </p:nvSpPr>
        <p:spPr>
          <a:xfrm>
            <a:off x="3200000" y="3550000"/>
            <a:ext cx="1600000" cy="450000"/>
          </a:xfrm>
          <a:prstGeom prst="roundRect">
            <a:avLst>
              <a:gd name="adj" fmla="val 10000"/>
            </a:avLst>
          </a:prstGeom>
          <a:solidFill>
            <a:srgbClr val="1F1534"/>
          </a:solidFill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NSX Networks</a:t>
            </a:r>
          </a:p>
        </p:txBody>
      </p:sp>
      <p:sp>
        <p:nvSpPr>
          <p:cNvPr id="17" name="Services"/>
          <p:cNvSpPr/>
          <p:nvPr/>
        </p:nvSpPr>
        <p:spPr>
          <a:xfrm>
            <a:off x="5600000" y="3550000"/>
            <a:ext cx="1600000" cy="450000"/>
          </a:xfrm>
          <a:prstGeom prst="roundRect">
            <a:avLst>
              <a:gd name="adj" fmla="val 10000"/>
            </a:avLst>
          </a:prstGeom>
          <a:solidFill>
            <a:srgbClr val="1F1534"/>
          </a:solidFill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Services</a:t>
            </a:r>
          </a:p>
        </p:txBody>
      </p:sp>
      <p:cxnSp>
        <p:nvCxnSpPr>
          <p:cNvPr id="50" name="Conn 50"/>
          <p:cNvCxnSpPr/>
          <p:nvPr/>
        </p:nvCxnSpPr>
        <p:spPr>
          <a:xfrm>
            <a:off x="1600000" y="1700000"/>
            <a:ext cx="1" cy="700000"/>
          </a:xfrm>
          <a:prstGeom prst="line">
            <a:avLst/>
          </a:prstGeom>
          <a:ln w="19050">
            <a:solidFill>
              <a:srgbClr val="0BD7A1"/>
            </a:solidFill>
          </a:ln>
        </p:spPr>
      </p:cxnSp>
      <p:cxnSp>
        <p:nvCxnSpPr>
          <p:cNvPr id="51" name="Conn 51"/>
          <p:cNvCxnSpPr/>
          <p:nvPr/>
        </p:nvCxnSpPr>
        <p:spPr>
          <a:xfrm>
            <a:off x="4000000" y="1700000"/>
            <a:ext cx="1" cy="700000"/>
          </a:xfrm>
          <a:prstGeom prst="line">
            <a:avLst/>
          </a:prstGeom>
          <a:ln w="19050">
            <a:solidFill>
              <a:srgbClr val="0BD7A1"/>
            </a:solidFill>
          </a:ln>
        </p:spPr>
      </p:cxnSp>
      <p:cxnSp>
        <p:nvCxnSpPr>
          <p:cNvPr id="52" name="Conn 52"/>
          <p:cNvCxnSpPr/>
          <p:nvPr/>
        </p:nvCxnSpPr>
        <p:spPr>
          <a:xfrm>
            <a:off x="1600000" y="2850000"/>
            <a:ext cx="1" cy="700000"/>
          </a:xfrm>
          <a:prstGeom prst="line">
            <a:avLst/>
          </a:prstGeom>
          <a:ln w="19050">
            <a:solidFill>
              <a:srgbClr val="0BD7A1"/>
            </a:solidFill>
          </a:ln>
        </p:spPr>
      </p:cxnSp>
      <p:cxnSp>
        <p:nvCxnSpPr>
          <p:cNvPr id="53" name="Conn 53"/>
          <p:cNvCxnSpPr/>
          <p:nvPr/>
        </p:nvCxnSpPr>
        <p:spPr>
          <a:xfrm>
            <a:off x="4000000" y="2850000"/>
            <a:ext cx="1" cy="700000"/>
          </a:xfrm>
          <a:prstGeom prst="line">
            <a:avLst/>
          </a:prstGeom>
          <a:ln w="19050">
            <a:solidFill>
              <a:srgbClr val="0BD7A1"/>
            </a:solidFill>
          </a:ln>
        </p:spPr>
      </p:cxnSp>
      <p:cxnSp>
        <p:nvCxnSpPr>
          <p:cNvPr id="54" name="Conn 54"/>
          <p:cNvCxnSpPr/>
          <p:nvPr/>
        </p:nvCxnSpPr>
        <p:spPr>
          <a:xfrm>
            <a:off x="6400000" y="2850000"/>
            <a:ext cx="1" cy="700000"/>
          </a:xfrm>
          <a:prstGeom prst="line">
            <a:avLst/>
          </a:prstGeom>
          <a:ln w="19050">
            <a:solidFill>
              <a:srgbClr val="0BD7A1"/>
            </a:solidFill>
          </a:ln>
        </p:spPr>
      </p:cxnSp>
      <p:cxnSp>
        <p:nvCxnSpPr>
          <p:cNvPr id="55" name="Conn 55"/>
          <p:cNvCxnSpPr/>
          <p:nvPr/>
        </p:nvCxnSpPr>
        <p:spPr>
          <a:xfrm>
            <a:off x="2400000" y="2625000"/>
            <a:ext cx="800000" cy="1"/>
          </a:xfrm>
          <a:prstGeom prst="line">
            <a:avLst/>
          </a:prstGeom>
          <a:ln w="19050">
            <a:solidFill>
              <a:srgbClr val="0BD7A1"/>
            </a:solidFill>
          </a:ln>
        </p:spPr>
      </p:cxnSp>
      <p:cxnSp>
        <p:nvCxnSpPr>
          <p:cNvPr id="56" name="Conn 56"/>
          <p:cNvCxnSpPr/>
          <p:nvPr/>
        </p:nvCxnSpPr>
        <p:spPr>
          <a:xfrm>
            <a:off x="4800000" y="2625000"/>
            <a:ext cx="800000" cy="1"/>
          </a:xfrm>
          <a:prstGeom prst="line">
            <a:avLst/>
          </a:prstGeom>
          <a:ln w="19050">
            <a:solidFill>
              <a:srgbClr val="0BD7A1"/>
            </a:solidFill>
          </a:ln>
        </p:spPr>
      </p:cxnSp>
      <p:sp>
        <p:nvSpPr>
          <p:cNvPr id="60" name="Label 60"/>
          <p:cNvSpPr/>
          <p:nvPr/>
        </p:nvSpPr>
        <p:spPr>
          <a:xfrm>
            <a:off x="7700000" y="1250000"/>
            <a:ext cx="1800000" cy="450000"/>
          </a:xfrm>
          <a:prstGeom prst="rect">
            <a:avLst/>
          </a:prstGeom>
          <a:noFill/>
          <a:ln w="0">
            <a:noFill/>
          </a:ln>
        </p:spPr>
        <p:txBody>
          <a:bodyPr wrap="square" lIns="72000" tIns="36000" rIns="36000" bIns="36000" anchor="ctr"/>
          <a:lstStyle/>
          <a:p>
            <a:pPr algn="l"/>
            <a:r>
              <a:rPr lang="en-US" sz="1100" i="1" dirty="0">
                <a:solidFill>
                  <a:srgbClr val="1F1534"/>
                </a:solidFill>
              </a:rPr>
              <a:t>Kubernetes Layer</a:t>
            </a:r>
          </a:p>
        </p:txBody>
      </p:sp>
      <p:sp>
        <p:nvSpPr>
          <p:cNvPr id="61" name="Label 61"/>
          <p:cNvSpPr/>
          <p:nvPr/>
        </p:nvSpPr>
        <p:spPr>
          <a:xfrm>
            <a:off x="7700000" y="2400000"/>
            <a:ext cx="1800000" cy="450000"/>
          </a:xfrm>
          <a:prstGeom prst="rect">
            <a:avLst/>
          </a:prstGeom>
          <a:noFill/>
          <a:ln w="0">
            <a:noFill/>
          </a:ln>
        </p:spPr>
        <p:txBody>
          <a:bodyPr wrap="square" lIns="72000" tIns="36000" rIns="36000" bIns="36000" anchor="ctr"/>
          <a:lstStyle/>
          <a:p>
            <a:pPr algn="l"/>
            <a:r>
              <a:rPr lang="en-US" sz="1100" i="1" dirty="0">
                <a:solidFill>
                  <a:srgbClr val="1F1534"/>
                </a:solidFill>
              </a:rPr>
              <a:t>vSphere Layer</a:t>
            </a:r>
          </a:p>
        </p:txBody>
      </p:sp>
      <p:sp>
        <p:nvSpPr>
          <p:cNvPr id="62" name="Label 62"/>
          <p:cNvSpPr/>
          <p:nvPr/>
        </p:nvSpPr>
        <p:spPr>
          <a:xfrm>
            <a:off x="7700000" y="3550000"/>
            <a:ext cx="1800000" cy="450000"/>
          </a:xfrm>
          <a:prstGeom prst="rect">
            <a:avLst/>
          </a:prstGeom>
          <a:noFill/>
          <a:ln w="0">
            <a:noFill/>
          </a:ln>
        </p:spPr>
        <p:txBody>
          <a:bodyPr wrap="square" lIns="72000" tIns="36000" rIns="36000" bIns="36000" anchor="ctr"/>
          <a:lstStyle/>
          <a:p>
            <a:pPr algn="l"/>
            <a:r>
              <a:rPr lang="en-US" sz="1100" i="1" dirty="0">
                <a:solidFill>
                  <a:srgbClr val="1F1534"/>
                </a:solidFill>
              </a:rPr>
              <a:t>Infrastructure Layer</a:t>
            </a:r>
          </a:p>
        </p:txBody>
      </p:sp>
      <p:sp>
        <p:nvSpPr>
          <p:cNvPr id="70" name="Desc"/>
          <p:cNvSpPr/>
          <p:nvPr/>
        </p:nvSpPr>
        <p:spPr>
          <a:xfrm>
            <a:off x="622300" y="4250000"/>
            <a:ext cx="8500000" cy="400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/>
            <a:r>
              <a:rPr lang="en-US" sz="1200" dirty="0">
                <a:solidFill>
                  <a:srgbClr val="1F1534"/>
                </a:solidFill>
              </a:rPr>
              <a:t>MEHO automatically builds and maintains this topology graph. Entity resolution (a K8s node IS a VM) powers cross-system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2513007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8DF9E-DAB1-7250-1E2C-5B7757ABC2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MEHO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B6C8C0-3F5F-B9C4-D114-AD5C67F83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Enhanced Human Operator</a:t>
            </a:r>
          </a:p>
          <a:p>
            <a:r>
              <a:rPr lang="en-US" dirty="0"/>
              <a:t>Built by evoila Bosnia | Open Source (AGPL-3.0) | Let’s build this together.</a:t>
            </a:r>
          </a:p>
        </p:txBody>
      </p:sp>
    </p:spTree>
    <p:extLst>
      <p:ext uri="{BB962C8B-B14F-4D97-AF65-F5344CB8AC3E}">
        <p14:creationId xmlns:p14="http://schemas.microsoft.com/office/powerpoint/2010/main" val="3539770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EC6112-C322-B548-3DC4-6D24E508E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2CD21B-9A50-5F23-3275-5832B0CE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D0A38D-8A98-5902-E2AD-6EB519314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We’re Here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964F01-3DFB-C5DB-4088-F117F498E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/>
              <a:t>Today we cover three things:</a:t>
            </a:r>
          </a:p>
          <a:p>
            <a:pPr marL="0" indent="0">
              <a:buNone/>
            </a:pPr>
            <a:endParaRPr lang="en-US" sz="800" dirty="0"/>
          </a:p>
          <a:p>
            <a:pPr lvl="0">
              <a:buFont typeface="Arial"/>
              <a:buChar char="•"/>
            </a:pPr>
            <a:r>
              <a:rPr lang="en-US" sz="1600" dirty="0"/>
              <a:t>1. The Opportunity — Why open-source, why now, and what the market looks like</a:t>
            </a:r>
          </a:p>
          <a:p>
            <a:pPr lvl="0">
              <a:buFont typeface="Arial"/>
              <a:buChar char="•"/>
            </a:pPr>
            <a:r>
              <a:rPr lang="en-US" sz="1600" dirty="0"/>
              <a:t>2. What We Built — Architecture, connectors, and key differentiators</a:t>
            </a:r>
          </a:p>
          <a:p>
            <a:pPr lvl="0">
              <a:buFont typeface="Arial"/>
              <a:buChar char="•"/>
            </a:pPr>
            <a:r>
              <a:rPr lang="en-US" sz="1600" dirty="0"/>
              <a:t>3. Go-to-Market — Launch strategy, timeline, and what each of you needs to do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600" dirty="0"/>
              <a:t>This is a 60-minute session. Ask questions as we go.</a:t>
            </a:r>
          </a:p>
        </p:txBody>
      </p:sp>
    </p:spTree>
    <p:extLst>
      <p:ext uri="{BB962C8B-B14F-4D97-AF65-F5344CB8AC3E}">
        <p14:creationId xmlns:p14="http://schemas.microsoft.com/office/powerpoint/2010/main" val="1491711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EC6112-C322-B548-3DC4-6D24E508E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2CD21B-9A50-5F23-3275-5832B0CE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D0A38D-8A98-5902-E2AD-6EB519314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MEHO?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964F01-3DFB-C5DB-4088-F117F498E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/>
              <a:t>MEHO = Machine Enhanced Human Operator — an AI-powered operations assistant that connects to your infrastructure and investigates problems across system boundaries.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600" dirty="0"/>
              <a:t>15 connectors: Kubernetes, VMware vSphere, Proxmox, GCP, Prometheus, Loki, Tempo, Alertmanager, ArgoCD, GitHub, Jira, Confluence, Email, REST (OpenAPI), SOAP (WSDL)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600" dirty="0"/>
              <a:t>Orchestrator dispatches specialist agents in parallel — each agent runs a ReAct loop (Think → Act → Observe) scoped to one connector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600" dirty="0"/>
              <a:t>A 45-minute manual cross-system investigation becomes a 60-second AI-powered diagnosis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600" dirty="0"/>
              <a:t>Built by our team in Bosnia. Used internally on the evoila cloud platform. Licensed AGPL-3.0.</a:t>
            </a:r>
          </a:p>
        </p:txBody>
      </p:sp>
    </p:spTree>
    <p:extLst>
      <p:ext uri="{BB962C8B-B14F-4D97-AF65-F5344CB8AC3E}">
        <p14:creationId xmlns:p14="http://schemas.microsoft.com/office/powerpoint/2010/main" val="1491711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EC6112-C322-B548-3DC4-6D24E508E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2CD21B-9A50-5F23-3275-5832B0CE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D0A38D-8A98-5902-E2AD-6EB519314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Architecture: Orchestrator → Specialist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964F01-3DFB-C5DB-4088-F117F498E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dirty="0"/>
              <a:t>MEHO uses a two-tier agent architecture. The Orchestrator routes, dispatches, aggregates, and synthesizes. Specialist agents run in parallel, each scoped to one connector.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400" b="1" dirty="0"/>
              <a:t>Orchestrator:</a:t>
            </a:r>
            <a:r>
              <a:rPr lang="en-US" sz="1400" dirty="0"/>
              <a:t xml:space="preserve"> Receives the user’s question, identifies which connectors are relevant using topology context, dispatches specialist agents in parallel, then aggregates and synthesizes a unified answer.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400" b="1" dirty="0"/>
              <a:t>Specialist Agent:</a:t>
            </a:r>
            <a:r>
              <a:rPr lang="en-US" sz="1400" dirty="0"/>
              <a:t xml:space="preserve"> Runs a ReAct loop (Think → Act → Observe) with connector-specific skills. Skills include generic prompts, connector-type prompts (kubernetes.md, vmware.md), custom skills from the database, and auto-generated skills from OpenAPI specs.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400" b="1" dirty="0"/>
              <a:t>Data Pipeline (JSONFlux):</a:t>
            </a:r>
            <a:r>
              <a:rPr lang="en-US" sz="1400" dirty="0"/>
              <a:t xml:space="preserve"> JSON responses → Apache Arrow tables → Parquet/Redis cache → DuckDB SQL queries → reduced data sent to LLM. Achieves 81% token reduction on large API responses.</a:t>
            </a:r>
          </a:p>
        </p:txBody>
      </p:sp>
    </p:spTree>
    <p:extLst>
      <p:ext uri="{BB962C8B-B14F-4D97-AF65-F5344CB8AC3E}">
        <p14:creationId xmlns:p14="http://schemas.microsoft.com/office/powerpoint/2010/main" val="1491711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EC6112-C322-B548-3DC4-6D24E508E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2CD21B-9A50-5F23-3275-5832B0CE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D0A38D-8A98-5902-E2AD-6EB519314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Decisions We Need to Make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964F01-3DFB-C5DB-4088-F117F498E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dirty="0"/>
              <a:t>1. Feature Flag Implementation — How do we gate enterprise features? License key check at startup vs. runtime plugin architecture. Recommendation: start with license key (like GitLab), migrate to plugins when we have paying customers.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400" dirty="0"/>
              <a:t>2. Pricing Model — Per-seat, per-connector, per-environment, or flat annual? We need competitive analysis and 3 pricing tiers modeled before the first POC converts.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400" dirty="0"/>
              <a:t>3. Telemetry and Analytics — What anonymous usage data do we collect from community edition? Opt-in vs. opt-out. This informs our roadmap and measures adoption.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400" dirty="0"/>
              <a:t>4. Enterprise Feature Roadmap — Which enterprise features do we build first? Multi-tenancy and SSO are table stakes. What comes next? Scheduled investigations? Compliance reporting?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400" dirty="0"/>
              <a:t>5. Contribution Guidelines — How do we handle community PRs to enterprise-gated areas? We need a clear policy before the first external contributor hits this boundary.</a:t>
            </a:r>
          </a:p>
        </p:txBody>
      </p:sp>
    </p:spTree>
    <p:extLst>
      <p:ext uri="{BB962C8B-B14F-4D97-AF65-F5344CB8AC3E}">
        <p14:creationId xmlns:p14="http://schemas.microsoft.com/office/powerpoint/2010/main" val="1491711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6D12B-1404-8547-BD40-9888A993D5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Opportunity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5D98E7-9043-12A5-1420-01D1BC3A77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FA66F-7C2C-2FCE-9452-71B89E5FB2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35F327-49BA-D721-C387-1707475180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711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6D12B-1404-8547-BD40-9888A993D5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b="1"/>
              <a:t>What We Built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5D98E7-9043-12A5-1420-01D1BC3A77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FA66F-7C2C-2FCE-9452-71B89E5FB2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35F327-49BA-D721-C387-1707475180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711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6D12B-1404-8547-BD40-9888A993D5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Go-to-Market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5D98E7-9043-12A5-1420-01D1BC3A77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FA66F-7C2C-2FCE-9452-71B89E5FB2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35F327-49BA-D721-C387-1707475180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711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6D12B-1404-8547-BD40-9888A993D5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Your Role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5D98E7-9043-12A5-1420-01D1BC3A77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FA66F-7C2C-2FCE-9452-71B89E5FB2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35F327-49BA-D721-C387-1707475180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711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90C8D-AE27-2132-5E52-4459B82A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Open-Core: Free Product, Premium Upgrade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92E3D9-B720-516C-96FE-4BC1C68DF2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B22F7-47A2-E3CD-146F-39E25542BE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0" name="Card 20"/>
          <p:cNvSpPr/>
          <p:nvPr/>
        </p:nvSpPr>
        <p:spPr>
          <a:xfrm>
            <a:off x="622300" y="1200000"/>
            <a:ext cx="3900000" cy="19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108000" tIns="90000" rIns="108000" bIns="72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534"/>
                </a:solidFill>
              </a:rPr>
              <a:t>Community-Driven Growth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1534"/>
                </a:solidFill>
              </a:rPr>
              <a:t>Engineers discover, evaluate, and adopt tools themselves. Open source is how DevOps tools win: Grafana, ArgoCD, Terraform all followed this path. Zero customer acquisition cost.</a:t>
            </a:r>
          </a:p>
          <a:p>
            <a:pPr marL="0" indent="0">
              <a:buNone/>
            </a:pPr>
          </a:p>
        </p:txBody>
      </p:sp>
      <p:sp>
        <p:nvSpPr>
          <p:cNvPr id="30" name="Card 30"/>
          <p:cNvSpPr/>
          <p:nvPr/>
        </p:nvSpPr>
        <p:spPr>
          <a:xfrm>
            <a:off x="4914900" y="1200000"/>
            <a:ext cx="3900000" cy="19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108000" tIns="90000" rIns="108000" bIns="72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534"/>
                </a:solidFill>
              </a:rPr>
              <a:t>Trust Through Transparency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1534"/>
                </a:solidFill>
              </a:rPr>
              <a:t>Infrastructure teams need to trust what they deploy into production. Open source means they can inspect the code, audit the security model, and verify the trust boundaries.</a:t>
            </a:r>
          </a:p>
          <a:p>
            <a:pPr marL="0" indent="0">
              <a:buNone/>
            </a:pPr>
          </a:p>
        </p:txBody>
      </p:sp>
      <p:sp>
        <p:nvSpPr>
          <p:cNvPr id="40" name="Card 40"/>
          <p:cNvSpPr/>
          <p:nvPr/>
        </p:nvSpPr>
        <p:spPr>
          <a:xfrm>
            <a:off x="622300" y="3250000"/>
            <a:ext cx="3900000" cy="19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108000" tIns="90000" rIns="108000" bIns="72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534"/>
                </a:solidFill>
              </a:rPr>
              <a:t>Connector Ecosystem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1534"/>
                </a:solidFill>
              </a:rPr>
              <a:t>Our 15 connectors multiply when the community builds more. Each new connector makes the platform more valuable for everyone. Community contributions = product moat.</a:t>
            </a:r>
          </a:p>
          <a:p>
            <a:pPr marL="0" indent="0">
              <a:buNone/>
            </a:pPr>
          </a:p>
        </p:txBody>
      </p:sp>
      <p:sp>
        <p:nvSpPr>
          <p:cNvPr id="50" name="Card 50"/>
          <p:cNvSpPr/>
          <p:nvPr/>
        </p:nvSpPr>
        <p:spPr>
          <a:xfrm>
            <a:off x="4914900" y="3250000"/>
            <a:ext cx="3900000" cy="19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108000" tIns="90000" rIns="108000" bIns="72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534"/>
                </a:solidFill>
              </a:rPr>
              <a:t>Enterprise Conversion Path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1534"/>
                </a:solidFill>
              </a:rPr>
              <a:t>Free core drives adoption. When the team needs SSO, multi-tenancy, audit trails — that’s the enterprise conversation. Proven by GitLab ($15B+), Grafana, MinIO.</a:t>
            </a:r>
          </a:p>
          <a:p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959707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90C8D-AE27-2132-5E52-4459B82A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JSONFlux: The Data Pipeline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92E3D9-B720-516C-96FE-4BC1C68DF2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B22F7-47A2-E3CD-146F-39E25542BE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0" name="Card 20"/>
          <p:cNvSpPr/>
          <p:nvPr/>
        </p:nvSpPr>
        <p:spPr>
          <a:xfrm>
            <a:off x="622300" y="1200000"/>
            <a:ext cx="3900000" cy="19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108000" tIns="90000" rIns="108000" bIns="72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534"/>
                </a:solidFill>
              </a:rPr>
              <a:t>JSON Ingestion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1534"/>
                </a:solidFill>
              </a:rPr>
              <a:t>Raw API responses from all connectors arrive as JSON. Kubernetes alone can return 50KB+ per pod list query.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0D09B5"/>
                </a:solidFill>
              </a:rPr>
              <a:t/>
            </a:r>
          </a:p>
        </p:txBody>
      </p:sp>
      <p:sp>
        <p:nvSpPr>
          <p:cNvPr id="30" name="Card 30"/>
          <p:cNvSpPr/>
          <p:nvPr/>
        </p:nvSpPr>
        <p:spPr>
          <a:xfrm>
            <a:off x="4914900" y="1200000"/>
            <a:ext cx="3900000" cy="19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108000" tIns="90000" rIns="108000" bIns="72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534"/>
                </a:solidFill>
              </a:rPr>
              <a:t>Arrow Conversion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1534"/>
                </a:solidFill>
              </a:rPr>
              <a:t>JSON is converted to Apache Arrow columnar format. Enables type-safe, zero-copy operations on structured infrastructure data.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0D09B5"/>
                </a:solidFill>
              </a:rPr>
              <a:t/>
            </a:r>
          </a:p>
        </p:txBody>
      </p:sp>
      <p:sp>
        <p:nvSpPr>
          <p:cNvPr id="40" name="Card 40"/>
          <p:cNvSpPr/>
          <p:nvPr/>
        </p:nvSpPr>
        <p:spPr>
          <a:xfrm>
            <a:off x="622300" y="3250000"/>
            <a:ext cx="3900000" cy="19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108000" tIns="90000" rIns="108000" bIns="72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534"/>
                </a:solidFill>
              </a:rPr>
              <a:t>Parquet + Redis Cache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1534"/>
                </a:solidFill>
              </a:rPr>
              <a:t>Arrow tables cached as Parquet in Redis. Subsequent queries hit cache instead of live APIs. Reduces connector load and improves response time.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0D09B5"/>
                </a:solidFill>
              </a:rPr>
              <a:t/>
            </a:r>
          </a:p>
        </p:txBody>
      </p:sp>
      <p:sp>
        <p:nvSpPr>
          <p:cNvPr id="50" name="Card 50"/>
          <p:cNvSpPr/>
          <p:nvPr/>
        </p:nvSpPr>
        <p:spPr>
          <a:xfrm>
            <a:off x="4914900" y="3250000"/>
            <a:ext cx="3900000" cy="19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108000" tIns="90000" rIns="108000" bIns="72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534"/>
                </a:solidFill>
              </a:rPr>
              <a:t>DuckDB SQL Reduction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1534"/>
                </a:solidFill>
              </a:rPr>
              <a:t>SQL queries run on cached data to extract only what the LLM needs. 81% token reduction on large responses. The LLM sees summarized data, not raw API dumps.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0D09B5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59707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90C8D-AE27-2132-5E52-4459B82A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GitHub Star to Enterprise Deal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92E3D9-B720-516C-96FE-4BC1C68DF2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B22F7-47A2-E3CD-146F-39E25542BE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0" name="Card 20"/>
          <p:cNvSpPr/>
          <p:nvPr/>
        </p:nvSpPr>
        <p:spPr>
          <a:xfrm>
            <a:off x="622300" y="1200000"/>
            <a:ext cx="3900000" cy="19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108000" tIns="90000" rIns="108000" bIns="72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534"/>
                </a:solidFill>
              </a:rPr>
              <a:t>1. Discovery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1534"/>
                </a:solidFill>
              </a:rPr>
              <a:t>Engineer finds MEHO on GitHub or Hacker News. Downloads it, runs docker compose up, connects to their laptop K8s cluster. Zero interaction with us.</a:t>
            </a:r>
          </a:p>
        </p:txBody>
      </p:sp>
      <p:sp>
        <p:nvSpPr>
          <p:cNvPr id="30" name="Card 30"/>
          <p:cNvSpPr/>
          <p:nvPr/>
        </p:nvSpPr>
        <p:spPr>
          <a:xfrm>
            <a:off x="4914900" y="1200000"/>
            <a:ext cx="3900000" cy="19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108000" tIns="90000" rIns="108000" bIns="72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534"/>
                </a:solidFill>
              </a:rPr>
              <a:t>2. Team Adoption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1534"/>
                </a:solidFill>
              </a:rPr>
              <a:t>Engineer shows the team. They connect to staging infrastructure. Multiple people use it daily. They hit the single-tenant wall — they need team features.</a:t>
            </a:r>
          </a:p>
        </p:txBody>
      </p:sp>
      <p:sp>
        <p:nvSpPr>
          <p:cNvPr id="40" name="Card 40"/>
          <p:cNvSpPr/>
          <p:nvPr/>
        </p:nvSpPr>
        <p:spPr>
          <a:xfrm>
            <a:off x="622300" y="3250000"/>
            <a:ext cx="3900000" cy="19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108000" tIns="90000" rIns="108000" bIns="72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534"/>
                </a:solidFill>
              </a:rPr>
              <a:t>3. Enterprise Conversation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1534"/>
                </a:solidFill>
              </a:rPr>
              <a:t>Someone asks: “How do we get SSO and multi-tenancy?” This is the warm lead. They already love the product. We’re not selling — we’re upgrading.</a:t>
            </a:r>
          </a:p>
        </p:txBody>
      </p:sp>
      <p:sp>
        <p:nvSpPr>
          <p:cNvPr id="50" name="Card 50"/>
          <p:cNvSpPr/>
          <p:nvPr/>
        </p:nvSpPr>
        <p:spPr>
          <a:xfrm>
            <a:off x="4914900" y="3250000"/>
            <a:ext cx="3900000" cy="19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108000" tIns="90000" rIns="108000" bIns="72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534"/>
                </a:solidFill>
              </a:rPr>
              <a:t>4. POC → Contract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1534"/>
                </a:solidFill>
              </a:rPr>
              <a:t>6-week proof of concept on real infra. Measurable results (MTTD reduction). Case study material. Annual enterprise license follows.</a:t>
            </a:r>
          </a:p>
        </p:txBody>
      </p:sp>
    </p:spTree>
    <p:extLst>
      <p:ext uri="{BB962C8B-B14F-4D97-AF65-F5344CB8AC3E}">
        <p14:creationId xmlns:p14="http://schemas.microsoft.com/office/powerpoint/2010/main" val="959707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90C8D-AE27-2132-5E52-4459B82A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Pre-Launch Checklist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92E3D9-B720-516C-96FE-4BC1C68DF2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B22F7-47A2-E3CD-146F-39E25542BE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0" name="Card 20"/>
          <p:cNvSpPr/>
          <p:nvPr/>
        </p:nvSpPr>
        <p:spPr>
          <a:xfrm>
            <a:off x="622300" y="1200000"/>
            <a:ext cx="3900000" cy="19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108000" tIns="90000" rIns="108000" bIns="72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534"/>
                </a:solidFill>
              </a:rPr>
              <a:t>Repository Cleanup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1534"/>
                </a:solidFill>
              </a:rPr>
              <a:t>Remove internal references, evoila-specific URLs, customer names. Consider squashing to a clean initial commit. CI/CD must work on fork PRs.</a:t>
            </a:r>
          </a:p>
        </p:txBody>
      </p:sp>
      <p:sp>
        <p:nvSpPr>
          <p:cNvPr id="30" name="Card 30"/>
          <p:cNvSpPr/>
          <p:nvPr/>
        </p:nvSpPr>
        <p:spPr>
          <a:xfrm>
            <a:off x="4914900" y="1200000"/>
            <a:ext cx="3900000" cy="19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108000" tIns="90000" rIns="108000" bIns="72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534"/>
                </a:solidFill>
              </a:rPr>
              <a:t>README + Root Files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1534"/>
                </a:solidFill>
              </a:rPr>
              <a:t>README: what MEHO is (1 para), screenshot/GIF, 5-min Docker Compose, link to docs. Add LICENSE, CONTRIBUTING.md, CODE_OF_CONDUCT.md, SECURITY.md.</a:t>
            </a:r>
          </a:p>
        </p:txBody>
      </p:sp>
      <p:sp>
        <p:nvSpPr>
          <p:cNvPr id="40" name="Card 40"/>
          <p:cNvSpPr/>
          <p:nvPr/>
        </p:nvSpPr>
        <p:spPr>
          <a:xfrm>
            <a:off x="622300" y="3250000"/>
            <a:ext cx="3900000" cy="19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108000" tIns="90000" rIns="108000" bIns="72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534"/>
                </a:solidFill>
              </a:rPr>
              <a:t>Three Content Pieces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1534"/>
                </a:solidFill>
              </a:rPr>
              <a:t>1) Launch blog post — the story of why we built it. 2) Technical deep-dive — JSONFlux and 81% token reduction (HN bait). 3) Demo video (3-5 min).</a:t>
            </a:r>
          </a:p>
        </p:txBody>
      </p:sp>
      <p:sp>
        <p:nvSpPr>
          <p:cNvPr id="50" name="Card 50"/>
          <p:cNvSpPr/>
          <p:nvPr/>
        </p:nvSpPr>
        <p:spPr>
          <a:xfrm>
            <a:off x="4914900" y="3250000"/>
            <a:ext cx="3900000" cy="19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108000" tIns="90000" rIns="108000" bIns="72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534"/>
                </a:solidFill>
              </a:rPr>
              <a:t>Community Infrastructure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1534"/>
                </a:solidFill>
              </a:rPr>
              <a:t>Discord server with channels. GitHub issue templates. Seed 5-10 good-first-issue tickets. MkDocs Material docs site deployed to GitHub Pages.</a:t>
            </a:r>
          </a:p>
        </p:txBody>
      </p:sp>
    </p:spTree>
    <p:extLst>
      <p:ext uri="{BB962C8B-B14F-4D97-AF65-F5344CB8AC3E}">
        <p14:creationId xmlns:p14="http://schemas.microsoft.com/office/powerpoint/2010/main" val="959707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90C8D-AE27-2132-5E52-4459B82A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Community Building Strategy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92E3D9-B720-516C-96FE-4BC1C68DF2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B22F7-47A2-E3CD-146F-39E25542BE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0" name="Card 20"/>
          <p:cNvSpPr/>
          <p:nvPr/>
        </p:nvSpPr>
        <p:spPr>
          <a:xfrm>
            <a:off x="622300" y="1200000"/>
            <a:ext cx="3900000" cy="19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108000" tIns="90000" rIns="108000" bIns="72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534"/>
                </a:solidFill>
              </a:rPr>
              <a:t>Discord Community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1534"/>
                </a:solidFill>
              </a:rPr>
              <a:t>Channels: #general, #help, #connectors, #feature-requests, #show-and-tell. Be present daily for the first 3 months. Answer every question personally.</a:t>
            </a:r>
          </a:p>
        </p:txBody>
      </p:sp>
      <p:sp>
        <p:nvSpPr>
          <p:cNvPr id="30" name="Card 30"/>
          <p:cNvSpPr/>
          <p:nvPr/>
        </p:nvSpPr>
        <p:spPr>
          <a:xfrm>
            <a:off x="4914900" y="1200000"/>
            <a:ext cx="3900000" cy="19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108000" tIns="90000" rIns="108000" bIns="72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534"/>
                </a:solidFill>
              </a:rPr>
              <a:t>Connector Bounties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1534"/>
                </a:solidFill>
              </a:rPr>
              <a:t>Our secret weapon. MEHO’s architecture lets community members build connectors without touching core code. Pair-program with early contributors.</a:t>
            </a:r>
          </a:p>
        </p:txBody>
      </p:sp>
      <p:sp>
        <p:nvSpPr>
          <p:cNvPr id="40" name="Card 40"/>
          <p:cNvSpPr/>
          <p:nvPr/>
        </p:nvSpPr>
        <p:spPr>
          <a:xfrm>
            <a:off x="622300" y="3250000"/>
            <a:ext cx="3900000" cy="19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108000" tIns="90000" rIns="108000" bIns="72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534"/>
                </a:solidFill>
              </a:rPr>
              <a:t>Conference Talks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1534"/>
                </a:solidFill>
              </a:rPr>
              <a:t>KubeCon, DevOpsDays, FOSDEM, ObservabilityCon. The angle is never “here’s our product” — it’s “here’s what we learned building AI for infra.”</a:t>
            </a:r>
          </a:p>
        </p:txBody>
      </p:sp>
      <p:sp>
        <p:nvSpPr>
          <p:cNvPr id="50" name="Card 50"/>
          <p:cNvSpPr/>
          <p:nvPr/>
        </p:nvSpPr>
        <p:spPr>
          <a:xfrm>
            <a:off x="4914900" y="3250000"/>
            <a:ext cx="3900000" cy="19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108000" tIns="90000" rIns="108000" bIns="72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534"/>
                </a:solidFill>
              </a:rPr>
              <a:t>Integration Partnerships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1534"/>
                </a:solidFill>
              </a:rPr>
              <a:t>Guest blog posts with Grafana, ArgoCD, Proxmox communities. Position: “How to add AI diagnostics to your [tool] stack.” Natural MEHO placement.</a:t>
            </a:r>
          </a:p>
        </p:txBody>
      </p:sp>
    </p:spTree>
    <p:extLst>
      <p:ext uri="{BB962C8B-B14F-4D97-AF65-F5344CB8AC3E}">
        <p14:creationId xmlns:p14="http://schemas.microsoft.com/office/powerpoint/2010/main" val="959707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BE448-A846-AFCA-6A1E-10D664ED0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BDB332-77FD-09B0-6C21-D67A6B885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E1F1EB-4D02-422F-79AF-4A3E0BD8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Open-Source vs. Enterprise Split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D56453-B51E-6632-57B9-13CB06B9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chemeClr val="dk2"/>
                </a:solidFill>
              </a:rPr>
              <a:t>Community Edition (Free)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dirty="0"/>
              <a:t>All 15 infrastructure connectors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dirty="0"/>
              <a:t>Cross-system reasoning and investigation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dirty="0"/>
              <a:t>Topology auto-discovery and entity resolution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dirty="0"/>
              <a:t>Knowledge base with hybrid search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dirty="0"/>
              <a:t>Memory system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dirty="0"/>
              <a:t>Trust model (READ/WRITE/DESTRUCTIVE)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dirty="0"/>
              <a:t>JSONFlux data pipeline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dirty="0"/>
              <a:t>Single-tenant deployment</a:t>
            </a:r>
          </a:p>
          <a:p>
            <a:pPr lvl="0">
              <a:buFont typeface="Arial"/>
              <a:buChar char="•"/>
            </a:pPr>
            <a:r>
              <a:rPr lang="en-US" sz="1400" dirty="0"/>
              <a:t>Basic RBAC (admin/user)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5DEADF-BA7E-97B5-4235-EB83D0E2766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chemeClr val="dk2"/>
                </a:solidFill>
              </a:rPr>
              <a:t>Enterprise Edition (Paid)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dirty="0"/>
              <a:t>Multi-tenancy (Keycloak realm-per-tenant)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dirty="0"/>
              <a:t>SSO/SAML with corporate identity providers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dirty="0"/>
              <a:t>Advanced RBAC with custom roles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dirty="0"/>
              <a:t>Audit log export and compliance reporting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dirty="0"/>
              <a:t>Scheduled investigations and proactive alerting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dirty="0"/>
              <a:t>Group sessions and team collaboration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dirty="0"/>
              <a:t>Priority support with SLA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dirty="0"/>
              <a:t>Custom connector development</a:t>
            </a:r>
          </a:p>
          <a:p>
            <a:pPr lvl="0">
              <a:buFont typeface="Arial"/>
              <a:buChar char="•"/>
            </a:pPr>
            <a:r>
              <a:rPr lang="en-US" sz="1400" dirty="0"/>
              <a:t>Deployment assistance and hardening</a:t>
            </a:r>
          </a:p>
        </p:txBody>
      </p:sp>
    </p:spTree>
    <p:extLst>
      <p:ext uri="{BB962C8B-B14F-4D97-AF65-F5344CB8AC3E}">
        <p14:creationId xmlns:p14="http://schemas.microsoft.com/office/powerpoint/2010/main" val="3589589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D53AC-2E1C-95A4-BD04-02D66DF0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 Connectors at Launch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4FE1B8-7323-1A93-09FF-8CE8B91638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DA3FD-277C-05AC-CBA4-EB9C281AEB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B4EBBE-F49C-AE4A-B9DB-541584057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514966"/>
              </p:ext>
            </p:extLst>
          </p:nvPr>
        </p:nvGraphicFramePr>
        <p:xfrm>
          <a:off x="622300" y="1397000"/>
          <a:ext cx="10947400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15875107"/>
                    </a:ext>
                  </a:extLst>
                </a:gridCol>
                <a:gridCol w="4699000">
                  <a:extLst>
                    <a:ext uri="{9D8B030D-6E8A-4147-A177-3AD203B41FA5}">
                      <a16:colId xmlns:a16="http://schemas.microsoft.com/office/drawing/2014/main" val="1367699260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158189547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Stack</a:t>
                      </a:r>
                    </a:p>
                  </a:txBody>
                  <a:tcPr anchor="ctr">
                    <a:solidFill>
                      <a:srgbClr val="1F153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Connectors</a:t>
                      </a:r>
                    </a:p>
                  </a:txBody>
                  <a:tcPr anchor="ctr">
                    <a:solidFill>
                      <a:srgbClr val="1F153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Operations</a:t>
                      </a:r>
                    </a:p>
                  </a:txBody>
                  <a:tcPr anchor="ctr">
                    <a:solidFill>
                      <a:srgbClr val="1F1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28168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1534"/>
                          </a:solidFill>
                          <a:latin typeface="Aptos"/>
                        </a:rPr>
                        <a:t>Infrastructure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Kubernetes, VMware vSphere, Proxmox VE, GCP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49 + 179 + typed + typed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94445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1534"/>
                          </a:solidFill>
                          <a:latin typeface="Aptos"/>
                        </a:rPr>
                        <a:t>Observability</a:t>
                      </a:r>
                    </a:p>
                  </a:txBody>
                  <a:tcPr anchor="ctr">
                    <a:solidFill>
                      <a:srgbClr val="F6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Prometheus, Loki, Tempo, Alertmanager</a:t>
                      </a:r>
                    </a:p>
                  </a:txBody>
                  <a:tcPr anchor="ctr">
                    <a:solidFill>
                      <a:srgbClr val="F6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Metrics, logs, traces, alerts</a:t>
                      </a:r>
                    </a:p>
                  </a:txBody>
                  <a:tcPr anchor="ctr">
                    <a:solidFill>
                      <a:srgbClr val="F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12105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1534"/>
                          </a:solidFill>
                          <a:latin typeface="Aptos"/>
                        </a:rPr>
                        <a:t>CI/CD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ArgoCD, GitHub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GitOps sync, PRs, workflows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91715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1534"/>
                          </a:solidFill>
                          <a:latin typeface="Aptos"/>
                        </a:rPr>
                        <a:t>Collaboration</a:t>
                      </a:r>
                    </a:p>
                  </a:txBody>
                  <a:tcPr anchor="ctr">
                    <a:solidFill>
                      <a:srgbClr val="F6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Jira, Confluence, Email</a:t>
                      </a:r>
                    </a:p>
                  </a:txBody>
                  <a:tcPr anchor="ctr">
                    <a:solidFill>
                      <a:srgbClr val="F6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Issues, docs, notifications</a:t>
                      </a:r>
                    </a:p>
                  </a:txBody>
                  <a:tcPr anchor="ctr">
                    <a:solidFill>
                      <a:srgbClr val="F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64684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1534"/>
                          </a:solidFill>
                          <a:latin typeface="Aptos"/>
                        </a:rPr>
                        <a:t>Generic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REST (OpenAPI), SOAP (WSDL)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Any API with a spec 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1878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1534"/>
                          </a:solidFill>
                          <a:latin typeface="Aptos"/>
                        </a:rPr>
                        <a:t/>
                      </a:r>
                    </a:p>
                  </a:txBody>
                  <a:tcPr anchor="ctr">
                    <a:solidFill>
                      <a:srgbClr val="F6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/>
                      </a:r>
                    </a:p>
                  </a:txBody>
                  <a:tcPr anchor="ctr">
                    <a:solidFill>
                      <a:srgbClr val="F6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/>
                      </a:r>
                    </a:p>
                  </a:txBody>
                  <a:tcPr anchor="ctr">
                    <a:solidFill>
                      <a:srgbClr val="F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7547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44442D1-49D7-F646-9C63-119358EA6074}"/>
              </a:ext>
            </a:extLst>
          </p:cNvPr>
          <p:cNvSpPr txBox="1"/>
          <p:nvPr/>
        </p:nvSpPr>
        <p:spPr>
          <a:xfrm>
            <a:off x="622300" y="5207000"/>
            <a:ext cx="8636000" cy="508000"/>
          </a:xfrm>
          <a:prstGeom prst="rect">
            <a:avLst/>
          </a:prstGeom>
          <a:noFill/>
          <a:effectLst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en-US" sz="1400" b="1">
                <a:solidFill>
                  <a:srgbClr val="0BD7A1"/>
                </a:solidFill>
                <a:latin typeface="Aptos"/>
              </a:rPr>
              <a:t>Community edition includes ALL connectors. Enterprise features are organizational (SSO, multi-tenancy), never technical.</a:t>
            </a:r>
            <a:endParaRPr lang="en-US" sz="1400" b="1" dirty="0">
              <a:solidFill>
                <a:srgbClr val="0BD7A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02618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D53AC-2E1C-95A4-BD04-02D66DF0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 Day — Coordinated Channel Push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4FE1B8-7323-1A93-09FF-8CE8B91638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DA3FD-277C-05AC-CBA4-EB9C281AEB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B4EBBE-F49C-AE4A-B9DB-541584057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514966"/>
              </p:ext>
            </p:extLst>
          </p:nvPr>
        </p:nvGraphicFramePr>
        <p:xfrm>
          <a:off x="622300" y="1397000"/>
          <a:ext cx="10947400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15875107"/>
                    </a:ext>
                  </a:extLst>
                </a:gridCol>
                <a:gridCol w="4699000">
                  <a:extLst>
                    <a:ext uri="{9D8B030D-6E8A-4147-A177-3AD203B41FA5}">
                      <a16:colId xmlns:a16="http://schemas.microsoft.com/office/drawing/2014/main" val="1367699260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158189547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Channel</a:t>
                      </a:r>
                    </a:p>
                  </a:txBody>
                  <a:tcPr anchor="ctr">
                    <a:solidFill>
                      <a:srgbClr val="1F153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Angle</a:t>
                      </a:r>
                    </a:p>
                  </a:txBody>
                  <a:tcPr anchor="ctr">
                    <a:solidFill>
                      <a:srgbClr val="1F153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Content Type</a:t>
                      </a:r>
                    </a:p>
                  </a:txBody>
                  <a:tcPr anchor="ctr">
                    <a:solidFill>
                      <a:srgbClr val="1F1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28168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1534"/>
                          </a:solidFill>
                          <a:latin typeface="Aptos"/>
                        </a:rPr>
                        <a:t>Hacker News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Technical insight (submit deep-dive post, NOT repo)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Blog post link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94445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1534"/>
                          </a:solidFill>
                          <a:latin typeface="Aptos"/>
                        </a:rPr>
                        <a:t>r/devops</a:t>
                      </a:r>
                    </a:p>
                  </a:txBody>
                  <a:tcPr anchor="ctr">
                    <a:solidFill>
                      <a:srgbClr val="F6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Operational pain — “tired of 10 tools”</a:t>
                      </a:r>
                    </a:p>
                  </a:txBody>
                  <a:tcPr anchor="ctr">
                    <a:solidFill>
                      <a:srgbClr val="F6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Native Reddit post</a:t>
                      </a:r>
                    </a:p>
                  </a:txBody>
                  <a:tcPr anchor="ctr">
                    <a:solidFill>
                      <a:srgbClr val="F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12105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1534"/>
                          </a:solidFill>
                          <a:latin typeface="Aptos"/>
                        </a:rPr>
                        <a:t>r/kubernetes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K8s-specific — “AI traces pods to VMs”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Native Reddit 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91715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1534"/>
                          </a:solidFill>
                          <a:latin typeface="Aptos"/>
                        </a:rPr>
                        <a:t>r/selfhosted</a:t>
                      </a:r>
                    </a:p>
                  </a:txBody>
                  <a:tcPr anchor="ctr">
                    <a:solidFill>
                      <a:srgbClr val="F6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Self-hosted AI diagnostics, Docker Compose</a:t>
                      </a:r>
                    </a:p>
                  </a:txBody>
                  <a:tcPr anchor="ctr">
                    <a:solidFill>
                      <a:srgbClr val="F6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Native Reddit post</a:t>
                      </a:r>
                    </a:p>
                  </a:txBody>
                  <a:tcPr anchor="ctr">
                    <a:solidFill>
                      <a:srgbClr val="F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64684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1534"/>
                          </a:solidFill>
                          <a:latin typeface="Aptos"/>
                        </a:rPr>
                        <a:t>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Personal story from founders and engineers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Personal posts + company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1878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1534"/>
                          </a:solidFill>
                          <a:latin typeface="Aptos"/>
                        </a:rPr>
                        <a:t>Twitter/X</a:t>
                      </a:r>
                    </a:p>
                  </a:txBody>
                  <a:tcPr anchor="ctr">
                    <a:solidFill>
                      <a:srgbClr val="F6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Visual thread with investigation screenshots</a:t>
                      </a:r>
                    </a:p>
                  </a:txBody>
                  <a:tcPr anchor="ctr">
                    <a:solidFill>
                      <a:srgbClr val="F6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1534"/>
                          </a:solidFill>
                          <a:latin typeface="Aptos"/>
                        </a:rPr>
                        <a:t>Thread with images</a:t>
                      </a:r>
                    </a:p>
                  </a:txBody>
                  <a:tcPr anchor="ctr">
                    <a:solidFill>
                      <a:srgbClr val="F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7547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44442D1-49D7-F646-9C63-119358EA6074}"/>
              </a:ext>
            </a:extLst>
          </p:cNvPr>
          <p:cNvSpPr txBox="1"/>
          <p:nvPr/>
        </p:nvSpPr>
        <p:spPr>
          <a:xfrm>
            <a:off x="622300" y="5207000"/>
            <a:ext cx="8636000" cy="508000"/>
          </a:xfrm>
          <a:prstGeom prst="rect">
            <a:avLst/>
          </a:prstGeom>
          <a:noFill/>
          <a:effectLst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en-US" sz="1400" b="1">
                <a:solidFill>
                  <a:srgbClr val="0BD7A1"/>
                </a:solidFill>
                <a:latin typeface="Aptos"/>
              </a:rPr>
              <a:t>All channels within the SAME 24-hour window. Launch is a one-time event — coordinate for maximum impact.</a:t>
            </a:r>
            <a:endParaRPr lang="en-US" sz="1400" b="1" dirty="0">
              <a:solidFill>
                <a:srgbClr val="0BD7A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02618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138ABA-04B1-AA78-716C-567A87146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EE4892-17BF-F3C1-3144-5AC072DC3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9366FD-4F57-2D4B-1BE6-69F5B2B22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Cross-System Investigation in Action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05FEE0-0474-3818-5BCF-FF7FA9860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dirty="0"/>
              <a:t>MEHO reasons across system boundaries simultaneously. No single monitoring tool does this — it requires an AI that understands the relationships between your systems.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dk2"/>
                </a:solidFill>
              </a:rPr>
              <a:t>Scenario: “Customer X reports their application is slow”</a:t>
            </a:r>
          </a:p>
          <a:p>
            <a:pPr lvl="0">
              <a:buFont typeface="Arial"/>
              <a:buChar char="1"/>
            </a:pPr>
            <a:r>
              <a:rPr lang="en-US" sz="1400" dirty="0"/>
              <a:t>Queries Kubernetes for pod status on Customer X</a:t>
            </a:r>
          </a:p>
          <a:p>
            <a:pPr lvl="0">
              <a:buFont typeface="Arial"/>
              <a:buChar char="2"/>
            </a:pPr>
            <a:r>
              <a:rPr lang="en-US" sz="1400" dirty="0"/>
              <a:t>Checks Prometheus for latency metrics</a:t>
            </a:r>
          </a:p>
          <a:p>
            <a:pPr lvl="0">
              <a:buFont typeface="Arial"/>
              <a:buChar char="3"/>
            </a:pPr>
            <a:r>
              <a:rPr lang="en-US" sz="1400" dirty="0"/>
              <a:t>Follows topology to the underlying VM in vCenter</a:t>
            </a:r>
          </a:p>
          <a:p>
            <a:pPr lvl="0">
              <a:buFont typeface="Arial"/>
              <a:buChar char="4"/>
            </a:pPr>
            <a:r>
              <a:rPr lang="en-US" sz="1400" dirty="0"/>
              <a:t>Queries host performance — finds ESXi host at 94% memory utilization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dk2"/>
                </a:solidFill>
              </a:rPr>
              <a:t>Result: “Host esxi-12 is at 94% memory with 3 other tenant VMs competing. Recommend: DRS rebalance or migrate to a less loaded host.”</a:t>
            </a:r>
          </a:p>
        </p:txBody>
      </p:sp>
    </p:spTree>
    <p:extLst>
      <p:ext uri="{BB962C8B-B14F-4D97-AF65-F5344CB8AC3E}">
        <p14:creationId xmlns:p14="http://schemas.microsoft.com/office/powerpoint/2010/main" val="1421090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D6C84-77DC-BE93-15CD-3A7FEE99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6-Month Execution Timeline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026F5C-EC41-59A5-E109-DCB7A6752E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7BE3E-71BF-712C-F192-D033B07D3C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0" name="PhaseH 0"/>
          <p:cNvSpPr/>
          <p:nvPr/>
        </p:nvSpPr>
        <p:spPr>
          <a:xfrm>
            <a:off x="622300" y="1150000"/>
            <a:ext cx="2050000" cy="500000"/>
          </a:xfrm>
          <a:prstGeom prst="roundRect">
            <a:avLst>
              <a:gd name="adj" fmla="val 8000"/>
            </a:avLst>
          </a:prstGeom>
          <a:solidFill>
            <a:srgbClr val="1F1534"/>
          </a:solidFill>
          <a:ln w="0">
            <a:noFill/>
          </a:ln>
        </p:spPr>
        <p:txBody>
          <a:bodyPr wrap="square" lIns="72000" tIns="54000" rIns="72000" bIns="54000" anchor="ctr"/>
          <a:lstStyle/>
          <a:p>
            <a:pPr algn="ctr">
              <a:spcAft>
                <a:spcPts val="100"/>
              </a:spcAft>
            </a:pPr>
            <a:r>
              <a:rPr lang="en-US" sz="1100" dirty="0">
                <a:solidFill>
                  <a:srgbClr val="0BD7A1"/>
                </a:solidFill>
              </a:rPr>
              <a:t>Month 1-2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</a:rPr>
              <a:t>Preparation + Launch</a:t>
            </a:r>
          </a:p>
        </p:txBody>
      </p:sp>
      <p:sp>
        <p:nvSpPr>
          <p:cNvPr id="30" name="PhaseB 0"/>
          <p:cNvSpPr/>
          <p:nvPr/>
        </p:nvSpPr>
        <p:spPr>
          <a:xfrm>
            <a:off x="622300" y="1700000"/>
            <a:ext cx="2050000" cy="16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90000" tIns="72000" rIns="90000" bIns="7200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1534"/>
                </a:solidFill>
              </a:rPr>
              <a:t>Repo cleanup, docs site live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F1534"/>
                </a:solidFill>
              </a:rPr>
              <a:t>Marketing site updated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F1534"/>
                </a:solidFill>
              </a:rPr>
              <a:t>Launch content written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F1534"/>
                </a:solidFill>
              </a:rPr>
              <a:t>Discord server created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BD7A1"/>
                </a:solidFill>
              </a:rPr>
              <a:t>Coordinated launch push</a:t>
            </a:r>
          </a:p>
        </p:txBody>
      </p:sp>
      <p:sp>
        <p:nvSpPr>
          <p:cNvPr id="40" name="Arrow 0"/>
          <p:cNvSpPr/>
          <p:nvPr/>
        </p:nvSpPr>
        <p:spPr>
          <a:xfrm>
            <a:off x="2692300" y="1320000"/>
            <a:ext cx="20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BD7A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haseH 1"/>
          <p:cNvSpPr/>
          <p:nvPr/>
        </p:nvSpPr>
        <p:spPr>
          <a:xfrm>
            <a:off x="2900000" y="1150000"/>
            <a:ext cx="2050000" cy="500000"/>
          </a:xfrm>
          <a:prstGeom prst="roundRect">
            <a:avLst>
              <a:gd name="adj" fmla="val 8000"/>
            </a:avLst>
          </a:prstGeom>
          <a:solidFill>
            <a:srgbClr val="1F1534"/>
          </a:solidFill>
          <a:ln w="0">
            <a:noFill/>
          </a:ln>
        </p:spPr>
        <p:txBody>
          <a:bodyPr wrap="square" lIns="72000" tIns="54000" rIns="72000" bIns="54000" anchor="ctr"/>
          <a:lstStyle/>
          <a:p>
            <a:pPr algn="ctr">
              <a:spcAft>
                <a:spcPts val="100"/>
              </a:spcAft>
            </a:pPr>
            <a:r>
              <a:rPr lang="en-US" sz="1100" dirty="0">
                <a:solidFill>
                  <a:srgbClr val="0BD7A1"/>
                </a:solidFill>
              </a:rPr>
              <a:t>Month 3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</a:rPr>
              <a:t>First Contributors</a:t>
            </a:r>
          </a:p>
        </p:txBody>
      </p:sp>
      <p:sp>
        <p:nvSpPr>
          <p:cNvPr id="31" name="PhaseB 1"/>
          <p:cNvSpPr/>
          <p:nvPr/>
        </p:nvSpPr>
        <p:spPr>
          <a:xfrm>
            <a:off x="2900000" y="1700000"/>
            <a:ext cx="2050000" cy="16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90000" tIns="72000" rIns="90000" bIns="7200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1534"/>
                </a:solidFill>
              </a:rPr>
              <a:t>First external PR merged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F1534"/>
                </a:solidFill>
              </a:rPr>
              <a:t>Weekly blog cadence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F1534"/>
                </a:solidFill>
              </a:rPr>
              <a:t>Submit CFPs to conferences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BD7A1"/>
                </a:solidFill>
              </a:rPr>
              <a:t>Approach 3 clients for POC</a:t>
            </a:r>
          </a:p>
        </p:txBody>
      </p:sp>
      <p:sp>
        <p:nvSpPr>
          <p:cNvPr id="41" name="Arrow 1"/>
          <p:cNvSpPr/>
          <p:nvPr/>
        </p:nvSpPr>
        <p:spPr>
          <a:xfrm>
            <a:off x="4970000" y="1320000"/>
            <a:ext cx="20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BD7A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PhaseH 2"/>
          <p:cNvSpPr/>
          <p:nvPr/>
        </p:nvSpPr>
        <p:spPr>
          <a:xfrm>
            <a:off x="5177700" y="1150000"/>
            <a:ext cx="2050000" cy="500000"/>
          </a:xfrm>
          <a:prstGeom prst="roundRect">
            <a:avLst>
              <a:gd name="adj" fmla="val 8000"/>
            </a:avLst>
          </a:prstGeom>
          <a:solidFill>
            <a:srgbClr val="1F1534"/>
          </a:solidFill>
          <a:ln w="0">
            <a:noFill/>
          </a:ln>
        </p:spPr>
        <p:txBody>
          <a:bodyPr wrap="square" lIns="72000" tIns="54000" rIns="72000" bIns="54000" anchor="ctr"/>
          <a:lstStyle/>
          <a:p>
            <a:pPr algn="ctr">
              <a:spcAft>
                <a:spcPts val="100"/>
              </a:spcAft>
            </a:pPr>
            <a:r>
              <a:rPr lang="en-US" sz="1100" dirty="0">
                <a:solidFill>
                  <a:srgbClr val="0BD7A1"/>
                </a:solidFill>
              </a:rPr>
              <a:t>Month 4-5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</a:rPr>
              <a:t>First Enterprise POC</a:t>
            </a:r>
          </a:p>
        </p:txBody>
      </p:sp>
      <p:sp>
        <p:nvSpPr>
          <p:cNvPr id="32" name="PhaseB 2"/>
          <p:cNvSpPr/>
          <p:nvPr/>
        </p:nvSpPr>
        <p:spPr>
          <a:xfrm>
            <a:off x="5177700" y="1700000"/>
            <a:ext cx="2050000" cy="16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90000" tIns="72000" rIns="90000" bIns="7200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1534"/>
                </a:solidFill>
              </a:rPr>
              <a:t>POC starts with existing client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F1534"/>
                </a:solidFill>
              </a:rPr>
              <a:t>Connector requests appearing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F1534"/>
                </a:solidFill>
              </a:rPr>
              <a:t>Conference talk accepted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BD7A1"/>
                </a:solidFill>
              </a:rPr>
              <a:t>Growing inbound interest</a:t>
            </a:r>
          </a:p>
        </p:txBody>
      </p:sp>
      <p:sp>
        <p:nvSpPr>
          <p:cNvPr id="42" name="Arrow 2"/>
          <p:cNvSpPr/>
          <p:nvPr/>
        </p:nvSpPr>
        <p:spPr>
          <a:xfrm>
            <a:off x="7247700" y="1320000"/>
            <a:ext cx="20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BD7A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PhaseH 3"/>
          <p:cNvSpPr/>
          <p:nvPr/>
        </p:nvSpPr>
        <p:spPr>
          <a:xfrm>
            <a:off x="7455400" y="1150000"/>
            <a:ext cx="2050000" cy="500000"/>
          </a:xfrm>
          <a:prstGeom prst="roundRect">
            <a:avLst>
              <a:gd name="adj" fmla="val 8000"/>
            </a:avLst>
          </a:prstGeom>
          <a:solidFill>
            <a:srgbClr val="1F1534"/>
          </a:solidFill>
          <a:ln w="0">
            <a:noFill/>
          </a:ln>
        </p:spPr>
        <p:txBody>
          <a:bodyPr wrap="square" lIns="72000" tIns="54000" rIns="72000" bIns="54000" anchor="ctr"/>
          <a:lstStyle/>
          <a:p>
            <a:pPr algn="ctr">
              <a:spcAft>
                <a:spcPts val="100"/>
              </a:spcAft>
            </a:pPr>
            <a:r>
              <a:rPr lang="en-US" sz="1100" dirty="0">
                <a:solidFill>
                  <a:srgbClr val="0BD7A1"/>
                </a:solidFill>
              </a:rPr>
              <a:t>Month 6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33" name="PhaseB 3"/>
          <p:cNvSpPr/>
          <p:nvPr/>
        </p:nvSpPr>
        <p:spPr>
          <a:xfrm>
            <a:off x="7455400" y="1700000"/>
            <a:ext cx="2050000" cy="1600000"/>
          </a:xfrm>
          <a:prstGeom prst="roundRect">
            <a:avLst>
              <a:gd name="adj" fmla="val 5000"/>
            </a:avLst>
          </a:prstGeom>
          <a:solidFill>
            <a:srgbClr val="F6F0EB"/>
          </a:solidFill>
          <a:ln w="0">
            <a:noFill/>
          </a:ln>
        </p:spPr>
        <p:txBody>
          <a:bodyPr wrap="square" lIns="90000" tIns="72000" rIns="90000" bIns="7200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1534"/>
                </a:solidFill>
              </a:rPr>
              <a:t>First POC complete with results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F1534"/>
                </a:solidFill>
              </a:rPr>
              <a:t>Case study ready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F1534"/>
                </a:solidFill>
              </a:rPr>
              <a:t>Community has rhythm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BD7A1"/>
                </a:solidFill>
              </a:rPr>
              <a:t>Revenue conversation started</a:t>
            </a:r>
          </a:p>
        </p:txBody>
      </p:sp>
    </p:spTree>
    <p:extLst>
      <p:ext uri="{BB962C8B-B14F-4D97-AF65-F5344CB8AC3E}">
        <p14:creationId xmlns:p14="http://schemas.microsoft.com/office/powerpoint/2010/main" val="724781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BE448-A846-AFCA-6A1E-10D664ED0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BDB332-77FD-09B0-6C21-D67A6B885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E1F1EB-4D02-422F-79AF-4A3E0BD8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Validation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D56453-B51E-6632-57B9-13CB06B9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chemeClr val="dk2"/>
                </a:solidFill>
              </a:rPr>
              <a:t>Who Does This Successfully?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b="1" dirty="0"/>
              <a:t>GitLab — $15B+ valuation, open-core DevOps platform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b="1" dirty="0"/>
              <a:t>Grafana Labs — $6B valuation, open-core observability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b="1" dirty="0"/>
              <a:t>HashiCorp — acquired by IBM for $6.4B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b="1" dirty="0"/>
              <a:t>MinIO — open-core object storage, massive adoption</a:t>
            </a:r>
          </a:p>
          <a:p>
            <a:pPr lvl="0">
              <a:buFont typeface="Arial"/>
              <a:buChar char="•"/>
            </a:pPr>
            <a:r>
              <a:rPr lang="en-US" sz="1400" b="1" dirty="0"/>
              <a:t>All started with a free core product and converted enterprise deals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5DEADF-BA7E-97B5-4235-EB83D0E2766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chemeClr val="dk2"/>
                </a:solidFill>
              </a:rPr>
              <a:t>Why We Can Win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b="1" dirty="0"/>
              <a:t>evoila’s consulting relationships = built-in pipeline of 100+ enterprise accounts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b="1" dirty="0"/>
              <a:t>No direct open-source competitor for cross-system AI diagnostics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b="1" dirty="0"/>
              <a:t>15 connectors at launch = immediate breadth advantage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b="1" dirty="0"/>
              <a:t>AGPL-3.0 prevents cloud providers from strip-mining the code</a:t>
            </a:r>
          </a:p>
          <a:p>
            <a:pPr lvl="0">
              <a:buFont typeface="Arial"/>
              <a:buChar char="•"/>
            </a:pPr>
            <a:r>
              <a:rPr lang="en-US" sz="1400" b="1" dirty="0"/>
              <a:t>Engineers trust open source. Trust converts to enterprise deals.</a:t>
            </a:r>
          </a:p>
        </p:txBody>
      </p:sp>
    </p:spTree>
    <p:extLst>
      <p:ext uri="{BB962C8B-B14F-4D97-AF65-F5344CB8AC3E}">
        <p14:creationId xmlns:p14="http://schemas.microsoft.com/office/powerpoint/2010/main" val="3589589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BE448-A846-AFCA-6A1E-10D664ED0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BDB332-77FD-09B0-6C21-D67A6B885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E1F1EB-4D02-422F-79AF-4A3E0BD8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Trust Model: AI Safety for Infrastructure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D56453-B51E-6632-57B9-13CB06B9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chemeClr val="dk2"/>
                </a:solidFill>
              </a:rPr>
              <a:t>Three Permission Levels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b="1" dirty="0"/>
              <a:t>READ</a:t>
            </a:r>
            <a:r>
              <a:rPr lang="en-US" sz="1400" dirty="0"/>
              <a:t xml:space="preserve"> — Query and inspect. No changes. Default for all connectors.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b="1" dirty="0"/>
              <a:t>WRITE</a:t>
            </a:r>
            <a:r>
              <a:rPr lang="en-US" sz="1400" dirty="0"/>
              <a:t xml:space="preserve"> — Create or modify resources. Requires explicit connector configuration.</a:t>
            </a:r>
          </a:p>
          <a:p>
            <a:pPr lvl="0">
              <a:buFont typeface="Arial"/>
              <a:buChar char="•"/>
            </a:pPr>
            <a:r>
              <a:rPr lang="en-US" sz="1400" b="1" dirty="0"/>
              <a:t>DESTRUCTIVE</a:t>
            </a:r>
            <a:r>
              <a:rPr lang="en-US" sz="1400" dirty="0"/>
              <a:t xml:space="preserve"> — Delete, restart, scale down. Requires per-action user approval with modal confirmation.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5DEADF-BA7E-97B5-4235-EB83D0E2766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chemeClr val="dk2"/>
                </a:solidFill>
              </a:rPr>
              <a:t>Why This Matters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dirty="0"/>
              <a:t>Infrastructure teams won’t adopt AI that can break production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dirty="0"/>
              <a:t>Approval workflow: MEHO proposes action → shows what it will do → user clicks approve/deny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dirty="0"/>
              <a:t>Every action is logged with full audit trail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dirty="0"/>
              <a:t>Connectors start read-only by default — trust is earned, not assumed</a:t>
            </a:r>
          </a:p>
          <a:p>
            <a:pPr lvl="0">
              <a:buFont typeface="Arial"/>
              <a:buChar char="•"/>
            </a:pPr>
            <a:r>
              <a:rPr lang="en-US" sz="1400" dirty="0"/>
              <a:t>This is a key differentiator vs. “just use ChatGPT with kubectl”</a:t>
            </a:r>
          </a:p>
        </p:txBody>
      </p:sp>
    </p:spTree>
    <p:extLst>
      <p:ext uri="{BB962C8B-B14F-4D97-AF65-F5344CB8AC3E}">
        <p14:creationId xmlns:p14="http://schemas.microsoft.com/office/powerpoint/2010/main" val="3589589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BE448-A846-AFCA-6A1E-10D664ED0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47239-E02D-4B45-A737-82900F3DA768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BDB332-77FD-09B0-6C21-D67A6B885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Optional Footer | Title of presentation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E1F1EB-4D02-422F-79AF-4A3E0BD8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Engineering Priorities — Next 8 Weeks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D56453-B51E-6632-57B9-13CB06B9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chemeClr val="dk2"/>
                </a:solidFill>
              </a:rPr>
              <a:t>Before Launch (Weeks 1-4)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b="1" dirty="0"/>
              <a:t>Remove all internal references from codebase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b="1" dirty="0"/>
              <a:t>Ensure docker compose up works in under 5 minutes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b="1" dirty="0"/>
              <a:t>GitHub Actions CI/CD passes on forked PRs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b="1" dirty="0"/>
              <a:t>Seed 5-10 good-first-issue tickets for contributors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b="1" dirty="0"/>
              <a:t>Review and finalize the open-source vs enterprise feature split</a:t>
            </a:r>
          </a:p>
          <a:p>
            <a:pPr lvl="0">
              <a:buFont typeface="Arial"/>
              <a:buChar char="•"/>
            </a:pPr>
            <a:r>
              <a:rPr lang="en-US" sz="1400" b="1" dirty="0"/>
              <a:t>Test all 15 connectors with fresh Docker deployment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5DEADF-BA7E-97B5-4235-EB83D0E2766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chemeClr val="dk2"/>
                </a:solidFill>
              </a:rPr>
              <a:t>After Launch (Weeks 5-8)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b="1" dirty="0"/>
              <a:t>Review and merge first community PRs within 48 hours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b="1" dirty="0"/>
              <a:t>Fix bugs reported by early adopters — fast response builds trust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b="1" dirty="0"/>
              <a:t>Build the connector development guide for contributors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b="1" dirty="0"/>
              <a:t>Start measuring: GitHub stars, Docker pulls, Discord members</a:t>
            </a:r>
          </a:p>
          <a:p>
            <a:pPr lvl="0">
              <a:spcAft>
                <a:spcPts val="200"/>
              </a:spcAft>
              <a:buFont typeface="Arial"/>
              <a:buChar char="•"/>
            </a:pPr>
            <a:r>
              <a:rPr lang="en-US" sz="1400" b="1" dirty="0"/>
              <a:t>Support the first enterprise POC technically</a:t>
            </a:r>
          </a:p>
          <a:p>
            <a:pPr lvl="0">
              <a:buFont typeface="Arial"/>
              <a:buChar char="•"/>
            </a:pPr>
            <a:r>
              <a:rPr lang="en-US" sz="1400" b="1" dirty="0"/>
              <a:t>Weekly visible commits — the project must look alive</a:t>
            </a:r>
          </a:p>
        </p:txBody>
      </p:sp>
    </p:spTree>
    <p:extLst>
      <p:ext uri="{BB962C8B-B14F-4D97-AF65-F5344CB8AC3E}">
        <p14:creationId xmlns:p14="http://schemas.microsoft.com/office/powerpoint/2010/main" val="3589589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voila">
  <a:themeElements>
    <a:clrScheme name="evoila">
      <a:dk1>
        <a:srgbClr val="1F1534"/>
      </a:dk1>
      <a:lt1>
        <a:sysClr val="window" lastClr="FFFFFF"/>
      </a:lt1>
      <a:dk2>
        <a:srgbClr val="0BD7A1"/>
      </a:dk2>
      <a:lt2>
        <a:srgbClr val="F6F0EB"/>
      </a:lt2>
      <a:accent1>
        <a:srgbClr val="0D09B5"/>
      </a:accent1>
      <a:accent2>
        <a:srgbClr val="0075E4"/>
      </a:accent2>
      <a:accent3>
        <a:srgbClr val="0BD7A1"/>
      </a:accent3>
      <a:accent4>
        <a:srgbClr val="0BFFBE"/>
      </a:accent4>
      <a:accent5>
        <a:srgbClr val="0190FF"/>
      </a:accent5>
      <a:accent6>
        <a:srgbClr val="0D08FF"/>
      </a:accent6>
      <a:hlink>
        <a:srgbClr val="0BD7A1"/>
      </a:hlink>
      <a:folHlink>
        <a:srgbClr val="0BD7A1"/>
      </a:folHlink>
    </a:clrScheme>
    <a:fontScheme name="evoila">
      <a:majorFont>
        <a:latin typeface="Aptos SemiBold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6F0EB"/>
        </a:solidFill>
        <a:ln>
          <a:noFill/>
        </a:ln>
      </a:spPr>
      <a:bodyPr lIns="72000" tIns="72000" rIns="72000" bIns="72000" rtlCol="0" anchor="ctr"/>
      <a:lstStyle>
        <a:defPPr algn="ctr">
          <a:lnSpc>
            <a:spcPct val="110000"/>
          </a:lnSpc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effectLst/>
      </a:spPr>
      <a:bodyPr vert="horz" wrap="square" lIns="0" tIns="0" rIns="0" bIns="0" rtlCol="0" anchor="t">
        <a:noAutofit/>
      </a:bodyPr>
      <a:lstStyle>
        <a:defPPr algn="l">
          <a:defRPr dirty="0" smtClean="0"/>
        </a:defPPr>
      </a:lstStyle>
    </a:txDef>
  </a:objectDefaults>
  <a:extraClrSchemeLst/>
  <a:custClrLst>
    <a:custClr name="Primary Green 1">
      <a:srgbClr val="0BD7A1"/>
    </a:custClr>
    <a:custClr name="Primary Blue 1">
      <a:srgbClr val="0D09B5"/>
    </a:custClr>
    <a:custClr name="Primary Blue 2">
      <a:srgbClr val="0075E4"/>
    </a:custClr>
    <a:custClr name="White">
      <a:srgbClr val="FFFFFF"/>
    </a:custClr>
    <a:custClr name="White">
      <a:srgbClr val="FFFFFF"/>
    </a:custClr>
    <a:custClr name="Neutral Blue 1">
      <a:srgbClr val="1F1534"/>
    </a:custClr>
    <a:custClr name="Neutral Blue 2">
      <a:srgbClr val="2B2754"/>
    </a:custClr>
    <a:custClr name="Neutral Brown 1">
      <a:srgbClr val="2E2823"/>
    </a:custClr>
    <a:custClr name="Neutral Brown 2">
      <a:srgbClr val="A99C91"/>
    </a:custClr>
    <a:custClr name="Neutral Brown 3">
      <a:srgbClr val="F6F0EB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ccent Lilac">
      <a:srgbClr val="7D3CF8"/>
    </a:custClr>
    <a:custClr name="Accent Rose">
      <a:srgbClr val="FF5E86"/>
    </a:custClr>
    <a:custClr name="Accent Orange">
      <a:srgbClr val="FB923F"/>
    </a:custClr>
    <a:custClr name="Accent Yellow">
      <a:srgbClr val="FFE66D"/>
    </a:custClr>
    <a:custClr name="Accent Green">
      <a:srgbClr val="9EECA0"/>
    </a:custClr>
  </a:custClrLst>
  <a:extLst>
    <a:ext uri="{05A4C25C-085E-4340-85A3-A5531E510DB2}">
      <thm15:themeFamily xmlns:thm15="http://schemas.microsoft.com/office/thememl/2012/main" name="evoila PowerPoint Master_Stand 2025" id="{3A07C7FF-73F0-4DED-A23C-B4C969FF1267}" vid="{3E6C5C15-4A5A-4ACB-A631-F441848E3B5A}"/>
    </a:ext>
  </a:extLst>
</a:theme>
</file>

<file path=ppt/theme/theme2.xml><?xml version="1.0" encoding="utf-8"?>
<a:theme xmlns:a="http://schemas.openxmlformats.org/drawingml/2006/main" name="Office Theme">
  <a:themeElements>
    <a:clrScheme name="evoila">
      <a:dk1>
        <a:srgbClr val="1F1534"/>
      </a:dk1>
      <a:lt1>
        <a:sysClr val="window" lastClr="FFFFFF"/>
      </a:lt1>
      <a:dk2>
        <a:srgbClr val="0BD7A1"/>
      </a:dk2>
      <a:lt2>
        <a:srgbClr val="F6F0EB"/>
      </a:lt2>
      <a:accent1>
        <a:srgbClr val="0D09B5"/>
      </a:accent1>
      <a:accent2>
        <a:srgbClr val="0075E4"/>
      </a:accent2>
      <a:accent3>
        <a:srgbClr val="0BD7A1"/>
      </a:accent3>
      <a:accent4>
        <a:srgbClr val="0BFFBE"/>
      </a:accent4>
      <a:accent5>
        <a:srgbClr val="0190FF"/>
      </a:accent5>
      <a:accent6>
        <a:srgbClr val="0D08FF"/>
      </a:accent6>
      <a:hlink>
        <a:srgbClr val="0BD7A1"/>
      </a:hlink>
      <a:folHlink>
        <a:srgbClr val="0BD7A1"/>
      </a:folHlink>
    </a:clrScheme>
    <a:fontScheme name="evoila">
      <a:majorFont>
        <a:latin typeface="Aptos SemiBold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evoila">
      <a:dk1>
        <a:srgbClr val="1F1534"/>
      </a:dk1>
      <a:lt1>
        <a:sysClr val="window" lastClr="FFFFFF"/>
      </a:lt1>
      <a:dk2>
        <a:srgbClr val="0BD7A1"/>
      </a:dk2>
      <a:lt2>
        <a:srgbClr val="F6F0EB"/>
      </a:lt2>
      <a:accent1>
        <a:srgbClr val="0D09B5"/>
      </a:accent1>
      <a:accent2>
        <a:srgbClr val="0075E4"/>
      </a:accent2>
      <a:accent3>
        <a:srgbClr val="0BD7A1"/>
      </a:accent3>
      <a:accent4>
        <a:srgbClr val="0BFFBE"/>
      </a:accent4>
      <a:accent5>
        <a:srgbClr val="0190FF"/>
      </a:accent5>
      <a:accent6>
        <a:srgbClr val="0D08FF"/>
      </a:accent6>
      <a:hlink>
        <a:srgbClr val="0BD7A1"/>
      </a:hlink>
      <a:folHlink>
        <a:srgbClr val="0BD7A1"/>
      </a:folHlink>
    </a:clrScheme>
    <a:fontScheme name="evoila">
      <a:majorFont>
        <a:latin typeface="Aptos SemiBold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F6B7907-FCFA-2542-A4E1-EDC3BD85B4BB}">
  <we:reference id="wa200010001" version="1.0.0.0" store="en-US" storeType="OMEX"/>
  <we:alternateReferences>
    <we:reference id="wa200010001" version="1.0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3235A4E0A99214190926B2764DF4F2F" ma:contentTypeVersion="4" ma:contentTypeDescription="Ein neues Dokument erstellen." ma:contentTypeScope="" ma:versionID="8c6612a4a346cdf4644a3fc04f554682">
  <xsd:schema xmlns:xsd="http://www.w3.org/2001/XMLSchema" xmlns:xs="http://www.w3.org/2001/XMLSchema" xmlns:p="http://schemas.microsoft.com/office/2006/metadata/properties" xmlns:ns2="d6e4792b-1e37-4fe0-a6a5-ece04a4a0402" targetNamespace="http://schemas.microsoft.com/office/2006/metadata/properties" ma:root="true" ma:fieldsID="e4e6cba846ddcf29a75a040150e395c9" ns2:_="">
    <xsd:import namespace="d6e4792b-1e37-4fe0-a6a5-ece04a4a04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e4792b-1e37-4fe0-a6a5-ece04a4a04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FD39C38-06D6-4191-A05A-C6C00AFFF9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B159345-CE18-4585-8B15-7929CD42996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486F8A7-86A5-44CA-B103-BDB50007DD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e4792b-1e37-4fe0-a6a5-ece04a4a04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evoila</Template>
  <TotalTime>21</TotalTime>
  <Words>1489</Words>
  <Application>Microsoft Macintosh PowerPoint</Application>
  <PresentationFormat>Widescreen</PresentationFormat>
  <Paragraphs>231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SemiBold</vt:lpstr>
      <vt:lpstr>Arial</vt:lpstr>
      <vt:lpstr>evoila</vt:lpstr>
      <vt:lpstr>MEHO for the evoila Cloud Platform</vt:lpstr>
      <vt:lpstr>Executive Summary</vt:lpstr>
      <vt:lpstr>The Problem We Solve</vt:lpstr>
      <vt:lpstr>The Problem We Solve</vt:lpstr>
      <vt:lpstr>What MEHO Does</vt:lpstr>
      <vt:lpstr>Four Core Capabilities</vt:lpstr>
      <vt:lpstr>VCF Knowledge Base — Your Team's Second Brain</vt:lpstr>
      <vt:lpstr>Live Infrastructure Queries — Talk to Your vCenter</vt:lpstr>
      <vt:lpstr>Cross-System Investigation — Connect the Dots</vt:lpstr>
      <vt:lpstr>Topology Auto-Discovery — A Living Map</vt:lpstr>
      <vt:lpstr>Supported Connectors</vt:lpstr>
      <vt:lpstr>How a Pilot Would Work</vt:lpstr>
      <vt:lpstr>Pilot Phases — Setup to Full Integration</vt:lpstr>
      <vt:lpstr>What You Get vs. What It Costs</vt:lpstr>
      <vt:lpstr>What We Get — Full Transparency</vt:lpstr>
      <vt:lpstr>Security &amp; Access Model</vt:lpstr>
      <vt:lpstr>Next Steps</vt:lpstr>
      <vt:lpstr>MEHO Machine Enhanced Human Operator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Damir Topic</dc:creator>
  <dc:description>Fonts: Aptos Bold, Aptos SemiBold, Aptos Regular</dc:description>
  <cp:lastModifiedBy>Damir Topic</cp:lastModifiedBy>
  <cp:revision>1</cp:revision>
  <dcterms:created xsi:type="dcterms:W3CDTF">2026-03-26T15:12:01Z</dcterms:created>
  <dcterms:modified xsi:type="dcterms:W3CDTF">2026-03-26T15:33:48Z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0x010100B3235A4E0A99214190926B2764DF4F2F</vt:lpwstr>
  </property>
</Properties>
</file>